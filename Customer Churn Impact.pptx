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1" r:id="rId4"/>
    <p:sldId id="263" r:id="rId5"/>
    <p:sldId id="262" r:id="rId6"/>
    <p:sldId id="264" r:id="rId7"/>
    <p:sldId id="266" r:id="rId8"/>
    <p:sldId id="278" r:id="rId9"/>
    <p:sldId id="279" r:id="rId10"/>
    <p:sldId id="265" r:id="rId11"/>
    <p:sldId id="271" r:id="rId12"/>
    <p:sldId id="272" r:id="rId13"/>
    <p:sldId id="280" r:id="rId14"/>
    <p:sldId id="281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5A3A"/>
    <a:srgbClr val="AB7942"/>
    <a:srgbClr val="A74613"/>
    <a:srgbClr val="DADB00"/>
    <a:srgbClr val="F5F0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FF4902-2D21-AB46-8A29-6F6BAE64EE9E}" v="126" dt="2025-12-01T21:21:38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5"/>
    <p:restoredTop sz="94716"/>
  </p:normalViewPr>
  <p:slideViewPr>
    <p:cSldViewPr snapToGrid="0">
      <p:cViewPr varScale="1">
        <p:scale>
          <a:sx n="128" d="100"/>
          <a:sy n="128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hisht, Eva" userId="c9381ce1-2d89-4a60-8469-3dd6821be91d" providerId="ADAL" clId="{4DBA5F2F-EE27-521D-BE3F-55C33E530F5C}"/>
    <pc:docChg chg="undo custSel addSld delSld modSld">
      <pc:chgData name="Vashisht, Eva" userId="c9381ce1-2d89-4a60-8469-3dd6821be91d" providerId="ADAL" clId="{4DBA5F2F-EE27-521D-BE3F-55C33E530F5C}" dt="2025-12-01T22:14:28.426" v="2478" actId="20577"/>
      <pc:docMkLst>
        <pc:docMk/>
      </pc:docMkLst>
      <pc:sldChg chg="modSp mod modNotesTx">
        <pc:chgData name="Vashisht, Eva" userId="c9381ce1-2d89-4a60-8469-3dd6821be91d" providerId="ADAL" clId="{4DBA5F2F-EE27-521D-BE3F-55C33E530F5C}" dt="2025-12-01T22:14:28.426" v="2478" actId="20577"/>
        <pc:sldMkLst>
          <pc:docMk/>
          <pc:sldMk cId="993075379" sldId="256"/>
        </pc:sldMkLst>
        <pc:spChg chg="mod">
          <ac:chgData name="Vashisht, Eva" userId="c9381ce1-2d89-4a60-8469-3dd6821be91d" providerId="ADAL" clId="{4DBA5F2F-EE27-521D-BE3F-55C33E530F5C}" dt="2025-12-01T21:00:30.385" v="1635" actId="1076"/>
          <ac:spMkLst>
            <pc:docMk/>
            <pc:sldMk cId="993075379" sldId="256"/>
            <ac:spMk id="2" creationId="{519C62F9-ADDC-FB15-7B75-71844EF19ABB}"/>
          </ac:spMkLst>
        </pc:spChg>
        <pc:spChg chg="mod">
          <ac:chgData name="Vashisht, Eva" userId="c9381ce1-2d89-4a60-8469-3dd6821be91d" providerId="ADAL" clId="{4DBA5F2F-EE27-521D-BE3F-55C33E530F5C}" dt="2025-12-01T16:47:41.775" v="25" actId="20577"/>
          <ac:spMkLst>
            <pc:docMk/>
            <pc:sldMk cId="993075379" sldId="256"/>
            <ac:spMk id="3" creationId="{44361CAA-6440-7600-3BAB-DF3C2B2A3CDD}"/>
          </ac:spMkLst>
        </pc:spChg>
        <pc:spChg chg="mod">
          <ac:chgData name="Vashisht, Eva" userId="c9381ce1-2d89-4a60-8469-3dd6821be91d" providerId="ADAL" clId="{4DBA5F2F-EE27-521D-BE3F-55C33E530F5C}" dt="2025-12-01T16:47:45.204" v="27" actId="20577"/>
          <ac:spMkLst>
            <pc:docMk/>
            <pc:sldMk cId="993075379" sldId="256"/>
            <ac:spMk id="5" creationId="{E2E97912-154E-8B56-78B6-7770CFB13D3B}"/>
          </ac:spMkLst>
        </pc:spChg>
      </pc:sldChg>
      <pc:sldChg chg="modSp mod">
        <pc:chgData name="Vashisht, Eva" userId="c9381ce1-2d89-4a60-8469-3dd6821be91d" providerId="ADAL" clId="{4DBA5F2F-EE27-521D-BE3F-55C33E530F5C}" dt="2025-12-01T17:09:01.418" v="520" actId="20577"/>
        <pc:sldMkLst>
          <pc:docMk/>
          <pc:sldMk cId="265635493" sldId="257"/>
        </pc:sldMkLst>
        <pc:spChg chg="mod">
          <ac:chgData name="Vashisht, Eva" userId="c9381ce1-2d89-4a60-8469-3dd6821be91d" providerId="ADAL" clId="{4DBA5F2F-EE27-521D-BE3F-55C33E530F5C}" dt="2025-12-01T16:48:35.412" v="54" actId="14100"/>
          <ac:spMkLst>
            <pc:docMk/>
            <pc:sldMk cId="265635493" sldId="257"/>
            <ac:spMk id="2" creationId="{F73745DF-034C-A8CE-CE0A-CEBAE634E564}"/>
          </ac:spMkLst>
        </pc:spChg>
        <pc:spChg chg="mod">
          <ac:chgData name="Vashisht, Eva" userId="c9381ce1-2d89-4a60-8469-3dd6821be91d" providerId="ADAL" clId="{4DBA5F2F-EE27-521D-BE3F-55C33E530F5C}" dt="2025-12-01T16:47:49.468" v="29" actId="20577"/>
          <ac:spMkLst>
            <pc:docMk/>
            <pc:sldMk cId="265635493" sldId="257"/>
            <ac:spMk id="9" creationId="{4054852A-3B31-6A01-6858-D1BC055E5355}"/>
          </ac:spMkLst>
        </pc:spChg>
        <pc:spChg chg="mod">
          <ac:chgData name="Vashisht, Eva" userId="c9381ce1-2d89-4a60-8469-3dd6821be91d" providerId="ADAL" clId="{4DBA5F2F-EE27-521D-BE3F-55C33E530F5C}" dt="2025-12-01T16:51:32.350" v="100" actId="27636"/>
          <ac:spMkLst>
            <pc:docMk/>
            <pc:sldMk cId="265635493" sldId="257"/>
            <ac:spMk id="13" creationId="{AE9BC29C-1BD1-C317-73E2-116735E999DB}"/>
          </ac:spMkLst>
        </pc:spChg>
        <pc:spChg chg="mod">
          <ac:chgData name="Vashisht, Eva" userId="c9381ce1-2d89-4a60-8469-3dd6821be91d" providerId="ADAL" clId="{4DBA5F2F-EE27-521D-BE3F-55C33E530F5C}" dt="2025-12-01T17:09:01.418" v="520" actId="20577"/>
          <ac:spMkLst>
            <pc:docMk/>
            <pc:sldMk cId="265635493" sldId="257"/>
            <ac:spMk id="14" creationId="{7AB0A150-3771-096B-4E0C-3992267935AB}"/>
          </ac:spMkLst>
        </pc:spChg>
      </pc:sldChg>
      <pc:sldChg chg="addSp delSp modSp mod">
        <pc:chgData name="Vashisht, Eva" userId="c9381ce1-2d89-4a60-8469-3dd6821be91d" providerId="ADAL" clId="{4DBA5F2F-EE27-521D-BE3F-55C33E530F5C}" dt="2025-12-01T21:35:21.613" v="2471" actId="20577"/>
        <pc:sldMkLst>
          <pc:docMk/>
          <pc:sldMk cId="3607758978" sldId="261"/>
        </pc:sldMkLst>
        <pc:spChg chg="del mod">
          <ac:chgData name="Vashisht, Eva" userId="c9381ce1-2d89-4a60-8469-3dd6821be91d" providerId="ADAL" clId="{4DBA5F2F-EE27-521D-BE3F-55C33E530F5C}" dt="2025-12-01T17:10:21.054" v="544" actId="478"/>
          <ac:spMkLst>
            <pc:docMk/>
            <pc:sldMk cId="3607758978" sldId="261"/>
            <ac:spMk id="2" creationId="{49B6351D-4DBC-E5CA-6050-E9357AB80B38}"/>
          </ac:spMkLst>
        </pc:spChg>
        <pc:spChg chg="del">
          <ac:chgData name="Vashisht, Eva" userId="c9381ce1-2d89-4a60-8469-3dd6821be91d" providerId="ADAL" clId="{4DBA5F2F-EE27-521D-BE3F-55C33E530F5C}" dt="2025-12-01T17:10:16.964" v="543" actId="478"/>
          <ac:spMkLst>
            <pc:docMk/>
            <pc:sldMk cId="3607758978" sldId="261"/>
            <ac:spMk id="7" creationId="{26382B15-9BA1-1E7A-ADF5-46D9CA5517A4}"/>
          </ac:spMkLst>
        </pc:spChg>
        <pc:spChg chg="mod">
          <ac:chgData name="Vashisht, Eva" userId="c9381ce1-2d89-4a60-8469-3dd6821be91d" providerId="ADAL" clId="{4DBA5F2F-EE27-521D-BE3F-55C33E530F5C}" dt="2025-12-01T16:48:08.003" v="31" actId="20577"/>
          <ac:spMkLst>
            <pc:docMk/>
            <pc:sldMk cId="3607758978" sldId="261"/>
            <ac:spMk id="9" creationId="{0A2BF2D8-2188-A47D-CC07-65EA234EFC2F}"/>
          </ac:spMkLst>
        </pc:spChg>
        <pc:spChg chg="add del mod">
          <ac:chgData name="Vashisht, Eva" userId="c9381ce1-2d89-4a60-8469-3dd6821be91d" providerId="ADAL" clId="{4DBA5F2F-EE27-521D-BE3F-55C33E530F5C}" dt="2025-12-01T17:10:23.890" v="545" actId="478"/>
          <ac:spMkLst>
            <pc:docMk/>
            <pc:sldMk cId="3607758978" sldId="261"/>
            <ac:spMk id="10" creationId="{D23758F3-9BE9-1D92-A13C-96D63A2E5FC2}"/>
          </ac:spMkLst>
        </pc:spChg>
        <pc:spChg chg="del mod">
          <ac:chgData name="Vashisht, Eva" userId="c9381ce1-2d89-4a60-8469-3dd6821be91d" providerId="ADAL" clId="{4DBA5F2F-EE27-521D-BE3F-55C33E530F5C}" dt="2025-12-01T16:51:49.671" v="122" actId="478"/>
          <ac:spMkLst>
            <pc:docMk/>
            <pc:sldMk cId="3607758978" sldId="261"/>
            <ac:spMk id="11" creationId="{27AB3351-F117-D601-CAFA-33B76688067A}"/>
          </ac:spMkLst>
        </pc:spChg>
        <pc:spChg chg="add mod">
          <ac:chgData name="Vashisht, Eva" userId="c9381ce1-2d89-4a60-8469-3dd6821be91d" providerId="ADAL" clId="{4DBA5F2F-EE27-521D-BE3F-55C33E530F5C}" dt="2025-12-01T17:10:25.047" v="546"/>
          <ac:spMkLst>
            <pc:docMk/>
            <pc:sldMk cId="3607758978" sldId="261"/>
            <ac:spMk id="12" creationId="{10A4A48B-DB41-E388-758E-5343769910EE}"/>
          </ac:spMkLst>
        </pc:spChg>
        <pc:spChg chg="add mod">
          <ac:chgData name="Vashisht, Eva" userId="c9381ce1-2d89-4a60-8469-3dd6821be91d" providerId="ADAL" clId="{4DBA5F2F-EE27-521D-BE3F-55C33E530F5C}" dt="2025-12-01T17:10:25.047" v="546"/>
          <ac:spMkLst>
            <pc:docMk/>
            <pc:sldMk cId="3607758978" sldId="261"/>
            <ac:spMk id="14" creationId="{6430929B-3474-D5FE-9286-F342205817B7}"/>
          </ac:spMkLst>
        </pc:spChg>
        <pc:spChg chg="add mod">
          <ac:chgData name="Vashisht, Eva" userId="c9381ce1-2d89-4a60-8469-3dd6821be91d" providerId="ADAL" clId="{4DBA5F2F-EE27-521D-BE3F-55C33E530F5C}" dt="2025-12-01T17:11:15.125" v="572" actId="1076"/>
          <ac:spMkLst>
            <pc:docMk/>
            <pc:sldMk cId="3607758978" sldId="261"/>
            <ac:spMk id="16" creationId="{440BCAF2-EFF4-5A85-C19E-6C33A1604D41}"/>
          </ac:spMkLst>
        </pc:spChg>
        <pc:spChg chg="del mod">
          <ac:chgData name="Vashisht, Eva" userId="c9381ce1-2d89-4a60-8469-3dd6821be91d" providerId="ADAL" clId="{4DBA5F2F-EE27-521D-BE3F-55C33E530F5C}" dt="2025-12-01T17:10:16.964" v="543" actId="478"/>
          <ac:spMkLst>
            <pc:docMk/>
            <pc:sldMk cId="3607758978" sldId="261"/>
            <ac:spMk id="31" creationId="{9797C106-F57D-58D1-9188-B8DFFAE86AF5}"/>
          </ac:spMkLst>
        </pc:spChg>
        <pc:graphicFrameChg chg="add mod modGraphic">
          <ac:chgData name="Vashisht, Eva" userId="c9381ce1-2d89-4a60-8469-3dd6821be91d" providerId="ADAL" clId="{4DBA5F2F-EE27-521D-BE3F-55C33E530F5C}" dt="2025-12-01T21:35:21.613" v="2471" actId="20577"/>
          <ac:graphicFrameMkLst>
            <pc:docMk/>
            <pc:sldMk cId="3607758978" sldId="261"/>
            <ac:graphicFrameMk id="3" creationId="{5DBCF5DE-28D2-9382-8B87-CF7542FAF5CD}"/>
          </ac:graphicFrameMkLst>
        </pc:graphicFrameChg>
        <pc:picChg chg="del">
          <ac:chgData name="Vashisht, Eva" userId="c9381ce1-2d89-4a60-8469-3dd6821be91d" providerId="ADAL" clId="{4DBA5F2F-EE27-521D-BE3F-55C33E530F5C}" dt="2025-12-01T16:49:26.513" v="77" actId="478"/>
          <ac:picMkLst>
            <pc:docMk/>
            <pc:sldMk cId="3607758978" sldId="261"/>
            <ac:picMk id="18" creationId="{843E4A0F-CE80-3403-278C-2A8CBB6C6081}"/>
          </ac:picMkLst>
        </pc:picChg>
        <pc:cxnChg chg="del">
          <ac:chgData name="Vashisht, Eva" userId="c9381ce1-2d89-4a60-8469-3dd6821be91d" providerId="ADAL" clId="{4DBA5F2F-EE27-521D-BE3F-55C33E530F5C}" dt="2025-12-01T17:10:16.964" v="543" actId="478"/>
          <ac:cxnSpMkLst>
            <pc:docMk/>
            <pc:sldMk cId="3607758978" sldId="261"/>
            <ac:cxnSpMk id="6" creationId="{36FFDBF5-22BC-2583-1408-0CEEBCAD9754}"/>
          </ac:cxnSpMkLst>
        </pc:cxnChg>
        <pc:cxnChg chg="add mod">
          <ac:chgData name="Vashisht, Eva" userId="c9381ce1-2d89-4a60-8469-3dd6821be91d" providerId="ADAL" clId="{4DBA5F2F-EE27-521D-BE3F-55C33E530F5C}" dt="2025-12-01T17:10:30.970" v="547" actId="14100"/>
          <ac:cxnSpMkLst>
            <pc:docMk/>
            <pc:sldMk cId="3607758978" sldId="261"/>
            <ac:cxnSpMk id="13" creationId="{36B09C80-BA99-D6BB-7BBA-F64F936CA38C}"/>
          </ac:cxnSpMkLst>
        </pc:cxnChg>
        <pc:cxnChg chg="del mod">
          <ac:chgData name="Vashisht, Eva" userId="c9381ce1-2d89-4a60-8469-3dd6821be91d" providerId="ADAL" clId="{4DBA5F2F-EE27-521D-BE3F-55C33E530F5C}" dt="2025-12-01T16:49:27.945" v="78" actId="478"/>
          <ac:cxnSpMkLst>
            <pc:docMk/>
            <pc:sldMk cId="3607758978" sldId="261"/>
            <ac:cxnSpMk id="20" creationId="{8413B0D8-C282-FC11-E81B-F65E26A27D1D}"/>
          </ac:cxnSpMkLst>
        </pc:cxnChg>
        <pc:cxnChg chg="del">
          <ac:chgData name="Vashisht, Eva" userId="c9381ce1-2d89-4a60-8469-3dd6821be91d" providerId="ADAL" clId="{4DBA5F2F-EE27-521D-BE3F-55C33E530F5C}" dt="2025-12-01T16:49:29.380" v="80" actId="478"/>
          <ac:cxnSpMkLst>
            <pc:docMk/>
            <pc:sldMk cId="3607758978" sldId="261"/>
            <ac:cxnSpMk id="24" creationId="{88109D25-1087-9B34-7947-BBCEEBE05AA1}"/>
          </ac:cxnSpMkLst>
        </pc:cxnChg>
        <pc:cxnChg chg="del mod">
          <ac:chgData name="Vashisht, Eva" userId="c9381ce1-2d89-4a60-8469-3dd6821be91d" providerId="ADAL" clId="{4DBA5F2F-EE27-521D-BE3F-55C33E530F5C}" dt="2025-12-01T16:49:28.752" v="79" actId="478"/>
          <ac:cxnSpMkLst>
            <pc:docMk/>
            <pc:sldMk cId="3607758978" sldId="261"/>
            <ac:cxnSpMk id="28" creationId="{943D790D-DE6D-D244-15E9-CDC8A7EC063B}"/>
          </ac:cxnSpMkLst>
        </pc:cxnChg>
      </pc:sldChg>
      <pc:sldChg chg="addSp delSp modSp mod">
        <pc:chgData name="Vashisht, Eva" userId="c9381ce1-2d89-4a60-8469-3dd6821be91d" providerId="ADAL" clId="{4DBA5F2F-EE27-521D-BE3F-55C33E530F5C}" dt="2025-12-01T22:07:47.168" v="2476" actId="478"/>
        <pc:sldMkLst>
          <pc:docMk/>
          <pc:sldMk cId="1303674069" sldId="262"/>
        </pc:sldMkLst>
        <pc:spChg chg="del">
          <ac:chgData name="Vashisht, Eva" userId="c9381ce1-2d89-4a60-8469-3dd6821be91d" providerId="ADAL" clId="{4DBA5F2F-EE27-521D-BE3F-55C33E530F5C}" dt="2025-12-01T17:11:38.091" v="577" actId="478"/>
          <ac:spMkLst>
            <pc:docMk/>
            <pc:sldMk cId="1303674069" sldId="262"/>
            <ac:spMk id="2" creationId="{48F35F4A-906F-A194-4EC4-B8F083C46B03}"/>
          </ac:spMkLst>
        </pc:spChg>
        <pc:spChg chg="add del">
          <ac:chgData name="Vashisht, Eva" userId="c9381ce1-2d89-4a60-8469-3dd6821be91d" providerId="ADAL" clId="{4DBA5F2F-EE27-521D-BE3F-55C33E530F5C}" dt="2025-12-01T22:07:28.425" v="2474" actId="478"/>
          <ac:spMkLst>
            <pc:docMk/>
            <pc:sldMk cId="1303674069" sldId="262"/>
            <ac:spMk id="2" creationId="{9D249BBD-2FF7-10CE-8FD3-BEA5B9306EAB}"/>
          </ac:spMkLst>
        </pc:spChg>
        <pc:spChg chg="add mod">
          <ac:chgData name="Vashisht, Eva" userId="c9381ce1-2d89-4a60-8469-3dd6821be91d" providerId="ADAL" clId="{4DBA5F2F-EE27-521D-BE3F-55C33E530F5C}" dt="2025-12-01T17:35:10.799" v="1027" actId="207"/>
          <ac:spMkLst>
            <pc:docMk/>
            <pc:sldMk cId="1303674069" sldId="262"/>
            <ac:spMk id="3" creationId="{93CA43CC-E27F-106E-A905-571AB112E7B4}"/>
          </ac:spMkLst>
        </pc:spChg>
        <pc:spChg chg="add del">
          <ac:chgData name="Vashisht, Eva" userId="c9381ce1-2d89-4a60-8469-3dd6821be91d" providerId="ADAL" clId="{4DBA5F2F-EE27-521D-BE3F-55C33E530F5C}" dt="2025-12-01T22:07:47.168" v="2476" actId="478"/>
          <ac:spMkLst>
            <pc:docMk/>
            <pc:sldMk cId="1303674069" sldId="262"/>
            <ac:spMk id="5" creationId="{DAC08A12-A7EB-D061-4E22-601ADEAF8103}"/>
          </ac:spMkLst>
        </pc:spChg>
        <pc:spChg chg="del">
          <ac:chgData name="Vashisht, Eva" userId="c9381ce1-2d89-4a60-8469-3dd6821be91d" providerId="ADAL" clId="{4DBA5F2F-EE27-521D-BE3F-55C33E530F5C}" dt="2025-12-01T17:12:29.066" v="586" actId="478"/>
          <ac:spMkLst>
            <pc:docMk/>
            <pc:sldMk cId="1303674069" sldId="262"/>
            <ac:spMk id="7" creationId="{0B86F8E0-9D8F-135B-C36A-38FF78259E3B}"/>
          </ac:spMkLst>
        </pc:spChg>
        <pc:spChg chg="mod">
          <ac:chgData name="Vashisht, Eva" userId="c9381ce1-2d89-4a60-8469-3dd6821be91d" providerId="ADAL" clId="{4DBA5F2F-EE27-521D-BE3F-55C33E530F5C}" dt="2025-12-01T17:09:49.180" v="538" actId="20577"/>
          <ac:spMkLst>
            <pc:docMk/>
            <pc:sldMk cId="1303674069" sldId="262"/>
            <ac:spMk id="9" creationId="{D4A3B4BA-F1FA-6948-D3A3-73C0A1F58B18}"/>
          </ac:spMkLst>
        </pc:spChg>
        <pc:spChg chg="add mod">
          <ac:chgData name="Vashisht, Eva" userId="c9381ce1-2d89-4a60-8469-3dd6821be91d" providerId="ADAL" clId="{4DBA5F2F-EE27-521D-BE3F-55C33E530F5C}" dt="2025-12-01T17:35:21.921" v="1030" actId="207"/>
          <ac:spMkLst>
            <pc:docMk/>
            <pc:sldMk cId="1303674069" sldId="262"/>
            <ac:spMk id="10" creationId="{0B53CFD2-4605-5419-9281-6E0850E26351}"/>
          </ac:spMkLst>
        </pc:spChg>
        <pc:spChg chg="del">
          <ac:chgData name="Vashisht, Eva" userId="c9381ce1-2d89-4a60-8469-3dd6821be91d" providerId="ADAL" clId="{4DBA5F2F-EE27-521D-BE3F-55C33E530F5C}" dt="2025-12-01T17:01:31.815" v="248" actId="478"/>
          <ac:spMkLst>
            <pc:docMk/>
            <pc:sldMk cId="1303674069" sldId="262"/>
            <ac:spMk id="11" creationId="{729A09F0-1DCF-72FE-1EB1-91175EF87BF9}"/>
          </ac:spMkLst>
        </pc:spChg>
        <pc:spChg chg="add mod">
          <ac:chgData name="Vashisht, Eva" userId="c9381ce1-2d89-4a60-8469-3dd6821be91d" providerId="ADAL" clId="{4DBA5F2F-EE27-521D-BE3F-55C33E530F5C}" dt="2025-12-01T17:35:34.840" v="1033" actId="207"/>
          <ac:spMkLst>
            <pc:docMk/>
            <pc:sldMk cId="1303674069" sldId="262"/>
            <ac:spMk id="12" creationId="{9B22CB93-5B38-3B73-78DF-1036AE467F1E}"/>
          </ac:spMkLst>
        </pc:spChg>
        <pc:spChg chg="add mod">
          <ac:chgData name="Vashisht, Eva" userId="c9381ce1-2d89-4a60-8469-3dd6821be91d" providerId="ADAL" clId="{4DBA5F2F-EE27-521D-BE3F-55C33E530F5C}" dt="2025-12-01T17:35:44.159" v="1036" actId="207"/>
          <ac:spMkLst>
            <pc:docMk/>
            <pc:sldMk cId="1303674069" sldId="262"/>
            <ac:spMk id="13" creationId="{38BAB824-3104-3862-CA8C-62737AF82B25}"/>
          </ac:spMkLst>
        </pc:spChg>
        <pc:spChg chg="add del mod">
          <ac:chgData name="Vashisht, Eva" userId="c9381ce1-2d89-4a60-8469-3dd6821be91d" providerId="ADAL" clId="{4DBA5F2F-EE27-521D-BE3F-55C33E530F5C}" dt="2025-12-01T17:11:40.295" v="578" actId="478"/>
          <ac:spMkLst>
            <pc:docMk/>
            <pc:sldMk cId="1303674069" sldId="262"/>
            <ac:spMk id="19" creationId="{2E541100-F404-955A-1339-F9BD7E92349E}"/>
          </ac:spMkLst>
        </pc:spChg>
        <pc:spChg chg="add mod">
          <ac:chgData name="Vashisht, Eva" userId="c9381ce1-2d89-4a60-8469-3dd6821be91d" providerId="ADAL" clId="{4DBA5F2F-EE27-521D-BE3F-55C33E530F5C}" dt="2025-12-01T17:12:30.070" v="587"/>
          <ac:spMkLst>
            <pc:docMk/>
            <pc:sldMk cId="1303674069" sldId="262"/>
            <ac:spMk id="20" creationId="{7130C32A-6C0F-7BD5-1316-BF8A3456F261}"/>
          </ac:spMkLst>
        </pc:spChg>
        <pc:spChg chg="add mod">
          <ac:chgData name="Vashisht, Eva" userId="c9381ce1-2d89-4a60-8469-3dd6821be91d" providerId="ADAL" clId="{4DBA5F2F-EE27-521D-BE3F-55C33E530F5C}" dt="2025-12-01T17:12:30.070" v="587"/>
          <ac:spMkLst>
            <pc:docMk/>
            <pc:sldMk cId="1303674069" sldId="262"/>
            <ac:spMk id="22" creationId="{1BD221E9-78DC-7E65-1156-6962B2919FBC}"/>
          </ac:spMkLst>
        </pc:spChg>
        <pc:spChg chg="add mod">
          <ac:chgData name="Vashisht, Eva" userId="c9381ce1-2d89-4a60-8469-3dd6821be91d" providerId="ADAL" clId="{4DBA5F2F-EE27-521D-BE3F-55C33E530F5C}" dt="2025-12-01T17:12:38.421" v="596" actId="14100"/>
          <ac:spMkLst>
            <pc:docMk/>
            <pc:sldMk cId="1303674069" sldId="262"/>
            <ac:spMk id="23" creationId="{DA0B59A9-4B5B-98B3-BA70-DCB15A8DD829}"/>
          </ac:spMkLst>
        </pc:spChg>
        <pc:spChg chg="del">
          <ac:chgData name="Vashisht, Eva" userId="c9381ce1-2d89-4a60-8469-3dd6821be91d" providerId="ADAL" clId="{4DBA5F2F-EE27-521D-BE3F-55C33E530F5C}" dt="2025-12-01T17:12:29.066" v="586" actId="478"/>
          <ac:spMkLst>
            <pc:docMk/>
            <pc:sldMk cId="1303674069" sldId="262"/>
            <ac:spMk id="31" creationId="{CDF6E5DB-D164-4979-ABCE-848447AF7D1B}"/>
          </ac:spMkLst>
        </pc:spChg>
        <pc:picChg chg="del">
          <ac:chgData name="Vashisht, Eva" userId="c9381ce1-2d89-4a60-8469-3dd6821be91d" providerId="ADAL" clId="{4DBA5F2F-EE27-521D-BE3F-55C33E530F5C}" dt="2025-12-01T17:01:26.508" v="247" actId="478"/>
          <ac:picMkLst>
            <pc:docMk/>
            <pc:sldMk cId="1303674069" sldId="262"/>
            <ac:picMk id="5" creationId="{35D6F827-F18C-F65C-87A0-0BC54DF2E72E}"/>
          </ac:picMkLst>
        </pc:picChg>
        <pc:cxnChg chg="del">
          <ac:chgData name="Vashisht, Eva" userId="c9381ce1-2d89-4a60-8469-3dd6821be91d" providerId="ADAL" clId="{4DBA5F2F-EE27-521D-BE3F-55C33E530F5C}" dt="2025-12-01T17:12:29.066" v="586" actId="478"/>
          <ac:cxnSpMkLst>
            <pc:docMk/>
            <pc:sldMk cId="1303674069" sldId="262"/>
            <ac:cxnSpMk id="6" creationId="{9330283F-D82E-60EA-D250-E8BF2136473A}"/>
          </ac:cxnSpMkLst>
        </pc:cxnChg>
        <pc:cxnChg chg="add mod">
          <ac:chgData name="Vashisht, Eva" userId="c9381ce1-2d89-4a60-8469-3dd6821be91d" providerId="ADAL" clId="{4DBA5F2F-EE27-521D-BE3F-55C33E530F5C}" dt="2025-12-01T17:08:05.126" v="482" actId="13822"/>
          <ac:cxnSpMkLst>
            <pc:docMk/>
            <pc:sldMk cId="1303674069" sldId="262"/>
            <ac:cxnSpMk id="15" creationId="{0391BD7D-3614-01F1-9076-13FF8E1E8D5B}"/>
          </ac:cxnSpMkLst>
        </pc:cxnChg>
        <pc:cxnChg chg="add mod">
          <ac:chgData name="Vashisht, Eva" userId="c9381ce1-2d89-4a60-8469-3dd6821be91d" providerId="ADAL" clId="{4DBA5F2F-EE27-521D-BE3F-55C33E530F5C}" dt="2025-12-01T17:08:12.787" v="484" actId="1076"/>
          <ac:cxnSpMkLst>
            <pc:docMk/>
            <pc:sldMk cId="1303674069" sldId="262"/>
            <ac:cxnSpMk id="16" creationId="{88EEC7B2-9D51-9CC9-A22F-E7DB41BFDF29}"/>
          </ac:cxnSpMkLst>
        </pc:cxnChg>
        <pc:cxnChg chg="add mod">
          <ac:chgData name="Vashisht, Eva" userId="c9381ce1-2d89-4a60-8469-3dd6821be91d" providerId="ADAL" clId="{4DBA5F2F-EE27-521D-BE3F-55C33E530F5C}" dt="2025-12-01T17:08:17.468" v="486" actId="1076"/>
          <ac:cxnSpMkLst>
            <pc:docMk/>
            <pc:sldMk cId="1303674069" sldId="262"/>
            <ac:cxnSpMk id="17" creationId="{A63527E6-3DB3-F223-1190-11A1074F1875}"/>
          </ac:cxnSpMkLst>
        </pc:cxnChg>
        <pc:cxnChg chg="add mod">
          <ac:chgData name="Vashisht, Eva" userId="c9381ce1-2d89-4a60-8469-3dd6821be91d" providerId="ADAL" clId="{4DBA5F2F-EE27-521D-BE3F-55C33E530F5C}" dt="2025-12-01T17:12:30.070" v="587"/>
          <ac:cxnSpMkLst>
            <pc:docMk/>
            <pc:sldMk cId="1303674069" sldId="262"/>
            <ac:cxnSpMk id="21" creationId="{155E0F00-BF1B-3CA7-2045-A824EAAB63CB}"/>
          </ac:cxnSpMkLst>
        </pc:cxnChg>
      </pc:sldChg>
      <pc:sldChg chg="addSp delSp modSp mod">
        <pc:chgData name="Vashisht, Eva" userId="c9381ce1-2d89-4a60-8469-3dd6821be91d" providerId="ADAL" clId="{4DBA5F2F-EE27-521D-BE3F-55C33E530F5C}" dt="2025-12-01T17:11:31.825" v="576"/>
        <pc:sldMkLst>
          <pc:docMk/>
          <pc:sldMk cId="1160697980" sldId="263"/>
        </pc:sldMkLst>
        <pc:spChg chg="del">
          <ac:chgData name="Vashisht, Eva" userId="c9381ce1-2d89-4a60-8469-3dd6821be91d" providerId="ADAL" clId="{4DBA5F2F-EE27-521D-BE3F-55C33E530F5C}" dt="2025-12-01T17:11:26.590" v="574" actId="478"/>
          <ac:spMkLst>
            <pc:docMk/>
            <pc:sldMk cId="1160697980" sldId="263"/>
            <ac:spMk id="2" creationId="{22762EF8-A4CE-1E04-AEF4-747154F25F3E}"/>
          </ac:spMkLst>
        </pc:spChg>
        <pc:spChg chg="add del mod">
          <ac:chgData name="Vashisht, Eva" userId="c9381ce1-2d89-4a60-8469-3dd6821be91d" providerId="ADAL" clId="{4DBA5F2F-EE27-521D-BE3F-55C33E530F5C}" dt="2025-12-01T17:11:30.975" v="575" actId="478"/>
          <ac:spMkLst>
            <pc:docMk/>
            <pc:sldMk cId="1160697980" sldId="263"/>
            <ac:spMk id="5" creationId="{6BC784AF-8996-B804-387F-17F8933BD86E}"/>
          </ac:spMkLst>
        </pc:spChg>
        <pc:spChg chg="del">
          <ac:chgData name="Vashisht, Eva" userId="c9381ce1-2d89-4a60-8469-3dd6821be91d" providerId="ADAL" clId="{4DBA5F2F-EE27-521D-BE3F-55C33E530F5C}" dt="2025-12-01T17:11:23.516" v="573" actId="478"/>
          <ac:spMkLst>
            <pc:docMk/>
            <pc:sldMk cId="1160697980" sldId="263"/>
            <ac:spMk id="7" creationId="{B0876C08-3B2A-FBB2-1AD6-3F20FAFB0B41}"/>
          </ac:spMkLst>
        </pc:spChg>
        <pc:spChg chg="mod">
          <ac:chgData name="Vashisht, Eva" userId="c9381ce1-2d89-4a60-8469-3dd6821be91d" providerId="ADAL" clId="{4DBA5F2F-EE27-521D-BE3F-55C33E530F5C}" dt="2025-12-01T17:09:46.191" v="536" actId="20577"/>
          <ac:spMkLst>
            <pc:docMk/>
            <pc:sldMk cId="1160697980" sldId="263"/>
            <ac:spMk id="9" creationId="{8757BBF8-BA5D-CB70-D487-B7687EA71504}"/>
          </ac:spMkLst>
        </pc:spChg>
        <pc:spChg chg="add mod">
          <ac:chgData name="Vashisht, Eva" userId="c9381ce1-2d89-4a60-8469-3dd6821be91d" providerId="ADAL" clId="{4DBA5F2F-EE27-521D-BE3F-55C33E530F5C}" dt="2025-12-01T17:11:31.825" v="576"/>
          <ac:spMkLst>
            <pc:docMk/>
            <pc:sldMk cId="1160697980" sldId="263"/>
            <ac:spMk id="10" creationId="{834D5BCC-6E36-199A-B304-1AE73992B9DE}"/>
          </ac:spMkLst>
        </pc:spChg>
        <pc:spChg chg="add mod">
          <ac:chgData name="Vashisht, Eva" userId="c9381ce1-2d89-4a60-8469-3dd6821be91d" providerId="ADAL" clId="{4DBA5F2F-EE27-521D-BE3F-55C33E530F5C}" dt="2025-12-01T17:11:31.825" v="576"/>
          <ac:spMkLst>
            <pc:docMk/>
            <pc:sldMk cId="1160697980" sldId="263"/>
            <ac:spMk id="12" creationId="{B0A9E08B-E83A-1300-B360-23ED93762E7D}"/>
          </ac:spMkLst>
        </pc:spChg>
        <pc:spChg chg="mod">
          <ac:chgData name="Vashisht, Eva" userId="c9381ce1-2d89-4a60-8469-3dd6821be91d" providerId="ADAL" clId="{4DBA5F2F-EE27-521D-BE3F-55C33E530F5C}" dt="2025-12-01T17:09:30.647" v="534" actId="20577"/>
          <ac:spMkLst>
            <pc:docMk/>
            <pc:sldMk cId="1160697980" sldId="263"/>
            <ac:spMk id="14" creationId="{85DFBFD4-0EBF-16D9-CE58-19D53D1021C2}"/>
          </ac:spMkLst>
        </pc:spChg>
        <pc:cxnChg chg="del">
          <ac:chgData name="Vashisht, Eva" userId="c9381ce1-2d89-4a60-8469-3dd6821be91d" providerId="ADAL" clId="{4DBA5F2F-EE27-521D-BE3F-55C33E530F5C}" dt="2025-12-01T17:11:23.516" v="573" actId="478"/>
          <ac:cxnSpMkLst>
            <pc:docMk/>
            <pc:sldMk cId="1160697980" sldId="263"/>
            <ac:cxnSpMk id="6" creationId="{EE544FD4-4C2A-CF7B-4140-026F9BAF12EA}"/>
          </ac:cxnSpMkLst>
        </pc:cxnChg>
        <pc:cxnChg chg="add mod">
          <ac:chgData name="Vashisht, Eva" userId="c9381ce1-2d89-4a60-8469-3dd6821be91d" providerId="ADAL" clId="{4DBA5F2F-EE27-521D-BE3F-55C33E530F5C}" dt="2025-12-01T17:11:31.825" v="576"/>
          <ac:cxnSpMkLst>
            <pc:docMk/>
            <pc:sldMk cId="1160697980" sldId="263"/>
            <ac:cxnSpMk id="11" creationId="{CAC9CAC5-9A09-79BB-DC56-81E02ACE0150}"/>
          </ac:cxnSpMkLst>
        </pc:cxnChg>
      </pc:sldChg>
      <pc:sldChg chg="addSp delSp modSp mod">
        <pc:chgData name="Vashisht, Eva" userId="c9381ce1-2d89-4a60-8469-3dd6821be91d" providerId="ADAL" clId="{4DBA5F2F-EE27-521D-BE3F-55C33E530F5C}" dt="2025-12-01T17:11:50.305" v="581"/>
        <pc:sldMkLst>
          <pc:docMk/>
          <pc:sldMk cId="407195142" sldId="264"/>
        </pc:sldMkLst>
        <pc:spChg chg="del">
          <ac:chgData name="Vashisht, Eva" userId="c9381ce1-2d89-4a60-8469-3dd6821be91d" providerId="ADAL" clId="{4DBA5F2F-EE27-521D-BE3F-55C33E530F5C}" dt="2025-12-01T17:11:47.445" v="579" actId="478"/>
          <ac:spMkLst>
            <pc:docMk/>
            <pc:sldMk cId="407195142" sldId="264"/>
            <ac:spMk id="2" creationId="{5284167C-8405-67F9-617A-28E980F9C112}"/>
          </ac:spMkLst>
        </pc:spChg>
        <pc:spChg chg="add del mod">
          <ac:chgData name="Vashisht, Eva" userId="c9381ce1-2d89-4a60-8469-3dd6821be91d" providerId="ADAL" clId="{4DBA5F2F-EE27-521D-BE3F-55C33E530F5C}" dt="2025-12-01T17:11:49.914" v="580" actId="478"/>
          <ac:spMkLst>
            <pc:docMk/>
            <pc:sldMk cId="407195142" sldId="264"/>
            <ac:spMk id="5" creationId="{9BC36025-F1D9-5CC0-7E80-FA10A1D237C5}"/>
          </ac:spMkLst>
        </pc:spChg>
        <pc:spChg chg="del">
          <ac:chgData name="Vashisht, Eva" userId="c9381ce1-2d89-4a60-8469-3dd6821be91d" providerId="ADAL" clId="{4DBA5F2F-EE27-521D-BE3F-55C33E530F5C}" dt="2025-12-01T17:11:47.445" v="579" actId="478"/>
          <ac:spMkLst>
            <pc:docMk/>
            <pc:sldMk cId="407195142" sldId="264"/>
            <ac:spMk id="7" creationId="{D38204EF-A855-E137-B95E-0F7DC1C0AD04}"/>
          </ac:spMkLst>
        </pc:spChg>
        <pc:spChg chg="mod">
          <ac:chgData name="Vashisht, Eva" userId="c9381ce1-2d89-4a60-8469-3dd6821be91d" providerId="ADAL" clId="{4DBA5F2F-EE27-521D-BE3F-55C33E530F5C}" dt="2025-12-01T17:09:53.249" v="540" actId="20577"/>
          <ac:spMkLst>
            <pc:docMk/>
            <pc:sldMk cId="407195142" sldId="264"/>
            <ac:spMk id="9" creationId="{AB995D20-6174-DF2B-89F7-B723A5EF36DD}"/>
          </ac:spMkLst>
        </pc:spChg>
        <pc:spChg chg="add mod">
          <ac:chgData name="Vashisht, Eva" userId="c9381ce1-2d89-4a60-8469-3dd6821be91d" providerId="ADAL" clId="{4DBA5F2F-EE27-521D-BE3F-55C33E530F5C}" dt="2025-12-01T17:11:50.305" v="581"/>
          <ac:spMkLst>
            <pc:docMk/>
            <pc:sldMk cId="407195142" sldId="264"/>
            <ac:spMk id="10" creationId="{74D3EBA5-ECCF-3AC4-03AA-31741CBB6398}"/>
          </ac:spMkLst>
        </pc:spChg>
        <pc:spChg chg="add mod">
          <ac:chgData name="Vashisht, Eva" userId="c9381ce1-2d89-4a60-8469-3dd6821be91d" providerId="ADAL" clId="{4DBA5F2F-EE27-521D-BE3F-55C33E530F5C}" dt="2025-12-01T17:11:50.305" v="581"/>
          <ac:spMkLst>
            <pc:docMk/>
            <pc:sldMk cId="407195142" sldId="264"/>
            <ac:spMk id="12" creationId="{CA67F1C8-212E-EC3D-A45F-7C0A4AD88CFD}"/>
          </ac:spMkLst>
        </pc:spChg>
        <pc:spChg chg="mod">
          <ac:chgData name="Vashisht, Eva" userId="c9381ce1-2d89-4a60-8469-3dd6821be91d" providerId="ADAL" clId="{4DBA5F2F-EE27-521D-BE3F-55C33E530F5C}" dt="2025-12-01T17:08:34.468" v="497" actId="20577"/>
          <ac:spMkLst>
            <pc:docMk/>
            <pc:sldMk cId="407195142" sldId="264"/>
            <ac:spMk id="13" creationId="{7FEEF090-10C9-7D18-AE76-AEB98DCD79D1}"/>
          </ac:spMkLst>
        </pc:spChg>
        <pc:spChg chg="mod">
          <ac:chgData name="Vashisht, Eva" userId="c9381ce1-2d89-4a60-8469-3dd6821be91d" providerId="ADAL" clId="{4DBA5F2F-EE27-521D-BE3F-55C33E530F5C}" dt="2025-12-01T17:08:50.711" v="508" actId="20577"/>
          <ac:spMkLst>
            <pc:docMk/>
            <pc:sldMk cId="407195142" sldId="264"/>
            <ac:spMk id="14" creationId="{A5134B8C-BF4C-0453-6953-033E8E49D53E}"/>
          </ac:spMkLst>
        </pc:spChg>
        <pc:cxnChg chg="del">
          <ac:chgData name="Vashisht, Eva" userId="c9381ce1-2d89-4a60-8469-3dd6821be91d" providerId="ADAL" clId="{4DBA5F2F-EE27-521D-BE3F-55C33E530F5C}" dt="2025-12-01T17:11:47.445" v="579" actId="478"/>
          <ac:cxnSpMkLst>
            <pc:docMk/>
            <pc:sldMk cId="407195142" sldId="264"/>
            <ac:cxnSpMk id="6" creationId="{9780A574-658C-0DE9-8E5A-18508FC3EF78}"/>
          </ac:cxnSpMkLst>
        </pc:cxnChg>
        <pc:cxnChg chg="add mod">
          <ac:chgData name="Vashisht, Eva" userId="c9381ce1-2d89-4a60-8469-3dd6821be91d" providerId="ADAL" clId="{4DBA5F2F-EE27-521D-BE3F-55C33E530F5C}" dt="2025-12-01T17:11:50.305" v="581"/>
          <ac:cxnSpMkLst>
            <pc:docMk/>
            <pc:sldMk cId="407195142" sldId="264"/>
            <ac:cxnSpMk id="11" creationId="{DAC1C35D-14F4-8703-B164-9DF1984624D4}"/>
          </ac:cxnSpMkLst>
        </pc:cxnChg>
      </pc:sldChg>
      <pc:sldChg chg="addSp delSp modSp mod">
        <pc:chgData name="Vashisht, Eva" userId="c9381ce1-2d89-4a60-8469-3dd6821be91d" providerId="ADAL" clId="{4DBA5F2F-EE27-521D-BE3F-55C33E530F5C}" dt="2025-12-01T21:00:52.333" v="1637" actId="20577"/>
        <pc:sldMkLst>
          <pc:docMk/>
          <pc:sldMk cId="825343829" sldId="265"/>
        </pc:sldMkLst>
        <pc:spChg chg="del">
          <ac:chgData name="Vashisht, Eva" userId="c9381ce1-2d89-4a60-8469-3dd6821be91d" providerId="ADAL" clId="{4DBA5F2F-EE27-521D-BE3F-55C33E530F5C}" dt="2025-12-01T17:12:01.078" v="583" actId="478"/>
          <ac:spMkLst>
            <pc:docMk/>
            <pc:sldMk cId="825343829" sldId="265"/>
            <ac:spMk id="2" creationId="{7AB9E6A8-556C-BEDF-DA27-2C2933B791FB}"/>
          </ac:spMkLst>
        </pc:spChg>
        <pc:spChg chg="add del mod">
          <ac:chgData name="Vashisht, Eva" userId="c9381ce1-2d89-4a60-8469-3dd6821be91d" providerId="ADAL" clId="{4DBA5F2F-EE27-521D-BE3F-55C33E530F5C}" dt="2025-12-01T17:12:02.953" v="584" actId="478"/>
          <ac:spMkLst>
            <pc:docMk/>
            <pc:sldMk cId="825343829" sldId="265"/>
            <ac:spMk id="5" creationId="{5E6BBDA8-68AD-269E-7BDA-2F360659ACB0}"/>
          </ac:spMkLst>
        </pc:spChg>
        <pc:spChg chg="del">
          <ac:chgData name="Vashisht, Eva" userId="c9381ce1-2d89-4a60-8469-3dd6821be91d" providerId="ADAL" clId="{4DBA5F2F-EE27-521D-BE3F-55C33E530F5C}" dt="2025-12-01T17:11:59.041" v="582" actId="478"/>
          <ac:spMkLst>
            <pc:docMk/>
            <pc:sldMk cId="825343829" sldId="265"/>
            <ac:spMk id="7" creationId="{109A045A-FE22-C4EF-C932-2C24C3BC9B32}"/>
          </ac:spMkLst>
        </pc:spChg>
        <pc:spChg chg="mod">
          <ac:chgData name="Vashisht, Eva" userId="c9381ce1-2d89-4a60-8469-3dd6821be91d" providerId="ADAL" clId="{4DBA5F2F-EE27-521D-BE3F-55C33E530F5C}" dt="2025-12-01T21:00:52.333" v="1637" actId="20577"/>
          <ac:spMkLst>
            <pc:docMk/>
            <pc:sldMk cId="825343829" sldId="265"/>
            <ac:spMk id="9" creationId="{9D53F98A-AB91-DB3F-6B70-846C1E13A02D}"/>
          </ac:spMkLst>
        </pc:spChg>
        <pc:spChg chg="add mod">
          <ac:chgData name="Vashisht, Eva" userId="c9381ce1-2d89-4a60-8469-3dd6821be91d" providerId="ADAL" clId="{4DBA5F2F-EE27-521D-BE3F-55C33E530F5C}" dt="2025-12-01T17:12:03.514" v="585"/>
          <ac:spMkLst>
            <pc:docMk/>
            <pc:sldMk cId="825343829" sldId="265"/>
            <ac:spMk id="10" creationId="{DEC7897E-C08E-B255-6286-072903305B51}"/>
          </ac:spMkLst>
        </pc:spChg>
        <pc:spChg chg="add mod">
          <ac:chgData name="Vashisht, Eva" userId="c9381ce1-2d89-4a60-8469-3dd6821be91d" providerId="ADAL" clId="{4DBA5F2F-EE27-521D-BE3F-55C33E530F5C}" dt="2025-12-01T17:12:03.514" v="585"/>
          <ac:spMkLst>
            <pc:docMk/>
            <pc:sldMk cId="825343829" sldId="265"/>
            <ac:spMk id="12" creationId="{B0B14665-AB19-6FBB-1DE8-2D3A6833D26F}"/>
          </ac:spMkLst>
        </pc:spChg>
        <pc:spChg chg="mod">
          <ac:chgData name="Vashisht, Eva" userId="c9381ce1-2d89-4a60-8469-3dd6821be91d" providerId="ADAL" clId="{4DBA5F2F-EE27-521D-BE3F-55C33E530F5C}" dt="2025-12-01T21:00:18.410" v="1634" actId="113"/>
          <ac:spMkLst>
            <pc:docMk/>
            <pc:sldMk cId="825343829" sldId="265"/>
            <ac:spMk id="14" creationId="{B3A96593-1633-23A3-ED80-1C90AD0A2208}"/>
          </ac:spMkLst>
        </pc:spChg>
        <pc:cxnChg chg="del">
          <ac:chgData name="Vashisht, Eva" userId="c9381ce1-2d89-4a60-8469-3dd6821be91d" providerId="ADAL" clId="{4DBA5F2F-EE27-521D-BE3F-55C33E530F5C}" dt="2025-12-01T17:11:59.041" v="582" actId="478"/>
          <ac:cxnSpMkLst>
            <pc:docMk/>
            <pc:sldMk cId="825343829" sldId="265"/>
            <ac:cxnSpMk id="6" creationId="{FF3C5D42-D51A-CDA1-8880-897A27B9C891}"/>
          </ac:cxnSpMkLst>
        </pc:cxnChg>
        <pc:cxnChg chg="add mod">
          <ac:chgData name="Vashisht, Eva" userId="c9381ce1-2d89-4a60-8469-3dd6821be91d" providerId="ADAL" clId="{4DBA5F2F-EE27-521D-BE3F-55C33E530F5C}" dt="2025-12-01T17:12:03.514" v="585"/>
          <ac:cxnSpMkLst>
            <pc:docMk/>
            <pc:sldMk cId="825343829" sldId="265"/>
            <ac:cxnSpMk id="11" creationId="{9A7C9985-3032-E07D-04A9-FFF2E75DCE9C}"/>
          </ac:cxnSpMkLst>
        </pc:cxnChg>
      </pc:sldChg>
      <pc:sldChg chg="addSp delSp modSp mod">
        <pc:chgData name="Vashisht, Eva" userId="c9381ce1-2d89-4a60-8469-3dd6821be91d" providerId="ADAL" clId="{4DBA5F2F-EE27-521D-BE3F-55C33E530F5C}" dt="2025-12-01T17:21:50.205" v="792"/>
        <pc:sldMkLst>
          <pc:docMk/>
          <pc:sldMk cId="3697629637" sldId="266"/>
        </pc:sldMkLst>
        <pc:spChg chg="add del mod">
          <ac:chgData name="Vashisht, Eva" userId="c9381ce1-2d89-4a60-8469-3dd6821be91d" providerId="ADAL" clId="{4DBA5F2F-EE27-521D-BE3F-55C33E530F5C}" dt="2025-12-01T17:21:50.205" v="792"/>
          <ac:spMkLst>
            <pc:docMk/>
            <pc:sldMk cId="3697629637" sldId="266"/>
            <ac:spMk id="2" creationId="{528E4F4C-B307-0D80-F42C-965A8B2C1BC0}"/>
          </ac:spMkLst>
        </pc:spChg>
        <pc:spChg chg="del">
          <ac:chgData name="Vashisht, Eva" userId="c9381ce1-2d89-4a60-8469-3dd6821be91d" providerId="ADAL" clId="{4DBA5F2F-EE27-521D-BE3F-55C33E530F5C}" dt="2025-12-01T17:12:44.586" v="597" actId="478"/>
          <ac:spMkLst>
            <pc:docMk/>
            <pc:sldMk cId="3697629637" sldId="266"/>
            <ac:spMk id="2" creationId="{89E83F62-7ACC-F0E0-0A2A-A0B29C595A67}"/>
          </ac:spMkLst>
        </pc:spChg>
        <pc:spChg chg="del">
          <ac:chgData name="Vashisht, Eva" userId="c9381ce1-2d89-4a60-8469-3dd6821be91d" providerId="ADAL" clId="{4DBA5F2F-EE27-521D-BE3F-55C33E530F5C}" dt="2025-12-01T17:12:44.586" v="597" actId="478"/>
          <ac:spMkLst>
            <pc:docMk/>
            <pc:sldMk cId="3697629637" sldId="266"/>
            <ac:spMk id="7" creationId="{7D7FFD59-4B5D-5B6E-F0AC-18E341673A2B}"/>
          </ac:spMkLst>
        </pc:spChg>
        <pc:spChg chg="mod">
          <ac:chgData name="Vashisht, Eva" userId="c9381ce1-2d89-4a60-8469-3dd6821be91d" providerId="ADAL" clId="{4DBA5F2F-EE27-521D-BE3F-55C33E530F5C}" dt="2025-12-01T17:09:58.383" v="542" actId="20577"/>
          <ac:spMkLst>
            <pc:docMk/>
            <pc:sldMk cId="3697629637" sldId="266"/>
            <ac:spMk id="9" creationId="{77445DAE-FB63-FBA4-75D4-AAD9744BBF2B}"/>
          </ac:spMkLst>
        </pc:spChg>
        <pc:spChg chg="add del mod">
          <ac:chgData name="Vashisht, Eva" userId="c9381ce1-2d89-4a60-8469-3dd6821be91d" providerId="ADAL" clId="{4DBA5F2F-EE27-521D-BE3F-55C33E530F5C}" dt="2025-12-01T17:12:46.535" v="598" actId="478"/>
          <ac:spMkLst>
            <pc:docMk/>
            <pc:sldMk cId="3697629637" sldId="266"/>
            <ac:spMk id="10" creationId="{E97703E2-F5F7-008B-24F8-77E5002F793E}"/>
          </ac:spMkLst>
        </pc:spChg>
        <pc:spChg chg="del">
          <ac:chgData name="Vashisht, Eva" userId="c9381ce1-2d89-4a60-8469-3dd6821be91d" providerId="ADAL" clId="{4DBA5F2F-EE27-521D-BE3F-55C33E530F5C}" dt="2025-12-01T17:13:08.432" v="613" actId="478"/>
          <ac:spMkLst>
            <pc:docMk/>
            <pc:sldMk cId="3697629637" sldId="266"/>
            <ac:spMk id="11" creationId="{117FB388-86E2-260C-9720-3AAD022FCEE3}"/>
          </ac:spMkLst>
        </pc:spChg>
        <pc:spChg chg="add mod">
          <ac:chgData name="Vashisht, Eva" userId="c9381ce1-2d89-4a60-8469-3dd6821be91d" providerId="ADAL" clId="{4DBA5F2F-EE27-521D-BE3F-55C33E530F5C}" dt="2025-12-01T17:12:47.136" v="599"/>
          <ac:spMkLst>
            <pc:docMk/>
            <pc:sldMk cId="3697629637" sldId="266"/>
            <ac:spMk id="12" creationId="{88B32DD2-6707-1DCD-E0F3-B47B4B78C92B}"/>
          </ac:spMkLst>
        </pc:spChg>
        <pc:spChg chg="add mod">
          <ac:chgData name="Vashisht, Eva" userId="c9381ce1-2d89-4a60-8469-3dd6821be91d" providerId="ADAL" clId="{4DBA5F2F-EE27-521D-BE3F-55C33E530F5C}" dt="2025-12-01T17:12:47.136" v="599"/>
          <ac:spMkLst>
            <pc:docMk/>
            <pc:sldMk cId="3697629637" sldId="266"/>
            <ac:spMk id="14" creationId="{B6865314-9E70-ECFA-64B3-C7D90B6D2CFE}"/>
          </ac:spMkLst>
        </pc:spChg>
        <pc:spChg chg="add mod">
          <ac:chgData name="Vashisht, Eva" userId="c9381ce1-2d89-4a60-8469-3dd6821be91d" providerId="ADAL" clId="{4DBA5F2F-EE27-521D-BE3F-55C33E530F5C}" dt="2025-12-01T17:12:57.110" v="611" actId="14100"/>
          <ac:spMkLst>
            <pc:docMk/>
            <pc:sldMk cId="3697629637" sldId="266"/>
            <ac:spMk id="15" creationId="{D8558564-D060-C58D-5965-6879ABE2C209}"/>
          </ac:spMkLst>
        </pc:spChg>
        <pc:spChg chg="del">
          <ac:chgData name="Vashisht, Eva" userId="c9381ce1-2d89-4a60-8469-3dd6821be91d" providerId="ADAL" clId="{4DBA5F2F-EE27-521D-BE3F-55C33E530F5C}" dt="2025-12-01T17:12:44.586" v="597" actId="478"/>
          <ac:spMkLst>
            <pc:docMk/>
            <pc:sldMk cId="3697629637" sldId="266"/>
            <ac:spMk id="31" creationId="{4D6641C7-6243-2679-1EB9-01ED53E4578E}"/>
          </ac:spMkLst>
        </pc:spChg>
        <pc:graphicFrameChg chg="add mod modGraphic">
          <ac:chgData name="Vashisht, Eva" userId="c9381ce1-2d89-4a60-8469-3dd6821be91d" providerId="ADAL" clId="{4DBA5F2F-EE27-521D-BE3F-55C33E530F5C}" dt="2025-12-01T17:21:40.862" v="789" actId="572"/>
          <ac:graphicFrameMkLst>
            <pc:docMk/>
            <pc:sldMk cId="3697629637" sldId="266"/>
            <ac:graphicFrameMk id="16" creationId="{42973D63-841E-5B9A-47C2-1A83168DBE79}"/>
          </ac:graphicFrameMkLst>
        </pc:graphicFrameChg>
        <pc:picChg chg="del">
          <ac:chgData name="Vashisht, Eva" userId="c9381ce1-2d89-4a60-8469-3dd6821be91d" providerId="ADAL" clId="{4DBA5F2F-EE27-521D-BE3F-55C33E530F5C}" dt="2025-12-01T17:13:05.715" v="612" actId="478"/>
          <ac:picMkLst>
            <pc:docMk/>
            <pc:sldMk cId="3697629637" sldId="266"/>
            <ac:picMk id="3" creationId="{186EFDD6-F383-640D-9011-79B548ED8CAE}"/>
          </ac:picMkLst>
        </pc:picChg>
        <pc:cxnChg chg="del">
          <ac:chgData name="Vashisht, Eva" userId="c9381ce1-2d89-4a60-8469-3dd6821be91d" providerId="ADAL" clId="{4DBA5F2F-EE27-521D-BE3F-55C33E530F5C}" dt="2025-12-01T17:12:44.586" v="597" actId="478"/>
          <ac:cxnSpMkLst>
            <pc:docMk/>
            <pc:sldMk cId="3697629637" sldId="266"/>
            <ac:cxnSpMk id="6" creationId="{6D288C46-A467-45BB-B031-8DE3D0789C65}"/>
          </ac:cxnSpMkLst>
        </pc:cxnChg>
        <pc:cxnChg chg="add mod">
          <ac:chgData name="Vashisht, Eva" userId="c9381ce1-2d89-4a60-8469-3dd6821be91d" providerId="ADAL" clId="{4DBA5F2F-EE27-521D-BE3F-55C33E530F5C}" dt="2025-12-01T17:12:47.136" v="599"/>
          <ac:cxnSpMkLst>
            <pc:docMk/>
            <pc:sldMk cId="3697629637" sldId="266"/>
            <ac:cxnSpMk id="13" creationId="{FCFA0AF3-4453-CC30-E2F2-97BDE157C550}"/>
          </ac:cxnSpMkLst>
        </pc:cxnChg>
      </pc:sldChg>
      <pc:sldChg chg="addSp delSp modSp mod">
        <pc:chgData name="Vashisht, Eva" userId="c9381ce1-2d89-4a60-8469-3dd6821be91d" providerId="ADAL" clId="{4DBA5F2F-EE27-521D-BE3F-55C33E530F5C}" dt="2025-12-01T21:10:09.529" v="1791" actId="1076"/>
        <pc:sldMkLst>
          <pc:docMk/>
          <pc:sldMk cId="956343769" sldId="271"/>
        </pc:sldMkLst>
        <pc:spChg chg="del">
          <ac:chgData name="Vashisht, Eva" userId="c9381ce1-2d89-4a60-8469-3dd6821be91d" providerId="ADAL" clId="{4DBA5F2F-EE27-521D-BE3F-55C33E530F5C}" dt="2025-12-01T21:01:15.201" v="1638" actId="478"/>
          <ac:spMkLst>
            <pc:docMk/>
            <pc:sldMk cId="956343769" sldId="271"/>
            <ac:spMk id="2" creationId="{8FDD76F2-290D-40EB-6C74-093876294CFB}"/>
          </ac:spMkLst>
        </pc:spChg>
        <pc:spChg chg="add del mod">
          <ac:chgData name="Vashisht, Eva" userId="c9381ce1-2d89-4a60-8469-3dd6821be91d" providerId="ADAL" clId="{4DBA5F2F-EE27-521D-BE3F-55C33E530F5C}" dt="2025-12-01T21:01:17.662" v="1641" actId="478"/>
          <ac:spMkLst>
            <pc:docMk/>
            <pc:sldMk cId="956343769" sldId="271"/>
            <ac:spMk id="5" creationId="{E33427E8-108C-6009-1C2B-30D142BFB733}"/>
          </ac:spMkLst>
        </pc:spChg>
        <pc:spChg chg="del">
          <ac:chgData name="Vashisht, Eva" userId="c9381ce1-2d89-4a60-8469-3dd6821be91d" providerId="ADAL" clId="{4DBA5F2F-EE27-521D-BE3F-55C33E530F5C}" dt="2025-12-01T21:01:15.201" v="1638" actId="478"/>
          <ac:spMkLst>
            <pc:docMk/>
            <pc:sldMk cId="956343769" sldId="271"/>
            <ac:spMk id="7" creationId="{5407999B-8062-0698-0A7A-7173C5F6CB93}"/>
          </ac:spMkLst>
        </pc:spChg>
        <pc:spChg chg="mod">
          <ac:chgData name="Vashisht, Eva" userId="c9381ce1-2d89-4a60-8469-3dd6821be91d" providerId="ADAL" clId="{4DBA5F2F-EE27-521D-BE3F-55C33E530F5C}" dt="2025-12-01T21:02:19.203" v="1662" actId="20577"/>
          <ac:spMkLst>
            <pc:docMk/>
            <pc:sldMk cId="956343769" sldId="271"/>
            <ac:spMk id="9" creationId="{E2988904-14E6-9799-A0C9-ED197C7E791E}"/>
          </ac:spMkLst>
        </pc:spChg>
        <pc:spChg chg="add mod">
          <ac:chgData name="Vashisht, Eva" userId="c9381ce1-2d89-4a60-8469-3dd6821be91d" providerId="ADAL" clId="{4DBA5F2F-EE27-521D-BE3F-55C33E530F5C}" dt="2025-12-01T21:01:15.518" v="1640" actId="27636"/>
          <ac:spMkLst>
            <pc:docMk/>
            <pc:sldMk cId="956343769" sldId="271"/>
            <ac:spMk id="10" creationId="{47BC1A56-9594-A2C8-CF50-EE7FEB996720}"/>
          </ac:spMkLst>
        </pc:spChg>
        <pc:spChg chg="del mod">
          <ac:chgData name="Vashisht, Eva" userId="c9381ce1-2d89-4a60-8469-3dd6821be91d" providerId="ADAL" clId="{4DBA5F2F-EE27-521D-BE3F-55C33E530F5C}" dt="2025-12-01T21:05:32.934" v="1733" actId="478"/>
          <ac:spMkLst>
            <pc:docMk/>
            <pc:sldMk cId="956343769" sldId="271"/>
            <ac:spMk id="11" creationId="{C6104E4D-E56C-A87A-48C6-4F31EEEAFA0C}"/>
          </ac:spMkLst>
        </pc:spChg>
        <pc:spChg chg="add mod">
          <ac:chgData name="Vashisht, Eva" userId="c9381ce1-2d89-4a60-8469-3dd6821be91d" providerId="ADAL" clId="{4DBA5F2F-EE27-521D-BE3F-55C33E530F5C}" dt="2025-12-01T21:01:15.482" v="1639"/>
          <ac:spMkLst>
            <pc:docMk/>
            <pc:sldMk cId="956343769" sldId="271"/>
            <ac:spMk id="13" creationId="{CB18A93D-5D59-8BC8-EC60-374640CCBBCB}"/>
          </ac:spMkLst>
        </pc:spChg>
        <pc:spChg chg="add mod">
          <ac:chgData name="Vashisht, Eva" userId="c9381ce1-2d89-4a60-8469-3dd6821be91d" providerId="ADAL" clId="{4DBA5F2F-EE27-521D-BE3F-55C33E530F5C}" dt="2025-12-01T21:01:36.125" v="1650" actId="14100"/>
          <ac:spMkLst>
            <pc:docMk/>
            <pc:sldMk cId="956343769" sldId="271"/>
            <ac:spMk id="14" creationId="{BC066145-9AB9-B083-7F07-7A8FA8CA15EE}"/>
          </ac:spMkLst>
        </pc:spChg>
        <pc:spChg chg="add mod">
          <ac:chgData name="Vashisht, Eva" userId="c9381ce1-2d89-4a60-8469-3dd6821be91d" providerId="ADAL" clId="{4DBA5F2F-EE27-521D-BE3F-55C33E530F5C}" dt="2025-12-01T21:09:15.109" v="1781" actId="21"/>
          <ac:spMkLst>
            <pc:docMk/>
            <pc:sldMk cId="956343769" sldId="271"/>
            <ac:spMk id="15" creationId="{85ADBDB1-6CAF-521D-599F-2D94E290CEA7}"/>
          </ac:spMkLst>
        </pc:spChg>
        <pc:spChg chg="add mod">
          <ac:chgData name="Vashisht, Eva" userId="c9381ce1-2d89-4a60-8469-3dd6821be91d" providerId="ADAL" clId="{4DBA5F2F-EE27-521D-BE3F-55C33E530F5C}" dt="2025-12-01T21:09:35.530" v="1785" actId="21"/>
          <ac:spMkLst>
            <pc:docMk/>
            <pc:sldMk cId="956343769" sldId="271"/>
            <ac:spMk id="16" creationId="{B7CED2D9-8FC7-F9C9-FF14-7FD6E7EA5A6B}"/>
          </ac:spMkLst>
        </pc:spChg>
        <pc:spChg chg="add mod">
          <ac:chgData name="Vashisht, Eva" userId="c9381ce1-2d89-4a60-8469-3dd6821be91d" providerId="ADAL" clId="{4DBA5F2F-EE27-521D-BE3F-55C33E530F5C}" dt="2025-12-01T21:08:05.376" v="1771" actId="255"/>
          <ac:spMkLst>
            <pc:docMk/>
            <pc:sldMk cId="956343769" sldId="271"/>
            <ac:spMk id="17" creationId="{AC35A730-1C9B-8AFD-FE38-552E6845DCC9}"/>
          </ac:spMkLst>
        </pc:spChg>
        <pc:spChg chg="add mod">
          <ac:chgData name="Vashisht, Eva" userId="c9381ce1-2d89-4a60-8469-3dd6821be91d" providerId="ADAL" clId="{4DBA5F2F-EE27-521D-BE3F-55C33E530F5C}" dt="2025-12-01T21:08:17.007" v="1774" actId="1076"/>
          <ac:spMkLst>
            <pc:docMk/>
            <pc:sldMk cId="956343769" sldId="271"/>
            <ac:spMk id="18" creationId="{3E65BB47-6C34-699E-CDFD-E19221B9B873}"/>
          </ac:spMkLst>
        </pc:spChg>
        <pc:spChg chg="add mod">
          <ac:chgData name="Vashisht, Eva" userId="c9381ce1-2d89-4a60-8469-3dd6821be91d" providerId="ADAL" clId="{4DBA5F2F-EE27-521D-BE3F-55C33E530F5C}" dt="2025-12-01T21:09:55.893" v="1789" actId="14100"/>
          <ac:spMkLst>
            <pc:docMk/>
            <pc:sldMk cId="956343769" sldId="271"/>
            <ac:spMk id="22" creationId="{58319E79-E636-5CC0-AE1D-BC7528EE4E1C}"/>
          </ac:spMkLst>
        </pc:spChg>
        <pc:spChg chg="add mod">
          <ac:chgData name="Vashisht, Eva" userId="c9381ce1-2d89-4a60-8469-3dd6821be91d" providerId="ADAL" clId="{4DBA5F2F-EE27-521D-BE3F-55C33E530F5C}" dt="2025-12-01T21:10:09.529" v="1791" actId="1076"/>
          <ac:spMkLst>
            <pc:docMk/>
            <pc:sldMk cId="956343769" sldId="271"/>
            <ac:spMk id="23" creationId="{8887C8B6-C59F-1E6B-8895-FFFC55E32BAD}"/>
          </ac:spMkLst>
        </pc:spChg>
        <pc:spChg chg="del">
          <ac:chgData name="Vashisht, Eva" userId="c9381ce1-2d89-4a60-8469-3dd6821be91d" providerId="ADAL" clId="{4DBA5F2F-EE27-521D-BE3F-55C33E530F5C}" dt="2025-12-01T21:01:15.201" v="1638" actId="478"/>
          <ac:spMkLst>
            <pc:docMk/>
            <pc:sldMk cId="956343769" sldId="271"/>
            <ac:spMk id="31" creationId="{7B848903-DC7A-56C5-ACE1-8823656E271E}"/>
          </ac:spMkLst>
        </pc:spChg>
        <pc:cxnChg chg="del">
          <ac:chgData name="Vashisht, Eva" userId="c9381ce1-2d89-4a60-8469-3dd6821be91d" providerId="ADAL" clId="{4DBA5F2F-EE27-521D-BE3F-55C33E530F5C}" dt="2025-12-01T21:01:15.201" v="1638" actId="478"/>
          <ac:cxnSpMkLst>
            <pc:docMk/>
            <pc:sldMk cId="956343769" sldId="271"/>
            <ac:cxnSpMk id="6" creationId="{3FDA236B-2B0C-2A1A-075F-9D5C729D667E}"/>
          </ac:cxnSpMkLst>
        </pc:cxnChg>
        <pc:cxnChg chg="add mod">
          <ac:chgData name="Vashisht, Eva" userId="c9381ce1-2d89-4a60-8469-3dd6821be91d" providerId="ADAL" clId="{4DBA5F2F-EE27-521D-BE3F-55C33E530F5C}" dt="2025-12-01T21:01:15.482" v="1639"/>
          <ac:cxnSpMkLst>
            <pc:docMk/>
            <pc:sldMk cId="956343769" sldId="271"/>
            <ac:cxnSpMk id="12" creationId="{5F3AD1D5-E0D9-AC0C-0995-514BF12CD82D}"/>
          </ac:cxnSpMkLst>
        </pc:cxnChg>
        <pc:cxnChg chg="add mod">
          <ac:chgData name="Vashisht, Eva" userId="c9381ce1-2d89-4a60-8469-3dd6821be91d" providerId="ADAL" clId="{4DBA5F2F-EE27-521D-BE3F-55C33E530F5C}" dt="2025-12-01T21:08:36.010" v="1776" actId="13822"/>
          <ac:cxnSpMkLst>
            <pc:docMk/>
            <pc:sldMk cId="956343769" sldId="271"/>
            <ac:cxnSpMk id="20" creationId="{CB638200-D2AB-E4AC-472F-400A339F3EE7}"/>
          </ac:cxnSpMkLst>
        </pc:cxnChg>
        <pc:cxnChg chg="add mod">
          <ac:chgData name="Vashisht, Eva" userId="c9381ce1-2d89-4a60-8469-3dd6821be91d" providerId="ADAL" clId="{4DBA5F2F-EE27-521D-BE3F-55C33E530F5C}" dt="2025-12-01T21:08:42.235" v="1778" actId="1076"/>
          <ac:cxnSpMkLst>
            <pc:docMk/>
            <pc:sldMk cId="956343769" sldId="271"/>
            <ac:cxnSpMk id="21" creationId="{9CB88B29-3F67-6265-6EB4-D0F1D8521916}"/>
          </ac:cxnSpMkLst>
        </pc:cxnChg>
      </pc:sldChg>
      <pc:sldChg chg="addSp delSp modSp mod">
        <pc:chgData name="Vashisht, Eva" userId="c9381ce1-2d89-4a60-8469-3dd6821be91d" providerId="ADAL" clId="{4DBA5F2F-EE27-521D-BE3F-55C33E530F5C}" dt="2025-12-01T21:18:51.018" v="1889" actId="20577"/>
        <pc:sldMkLst>
          <pc:docMk/>
          <pc:sldMk cId="1376411198" sldId="272"/>
        </pc:sldMkLst>
        <pc:spChg chg="del">
          <ac:chgData name="Vashisht, Eva" userId="c9381ce1-2d89-4a60-8469-3dd6821be91d" providerId="ADAL" clId="{4DBA5F2F-EE27-521D-BE3F-55C33E530F5C}" dt="2025-12-01T21:01:48.399" v="1651" actId="478"/>
          <ac:spMkLst>
            <pc:docMk/>
            <pc:sldMk cId="1376411198" sldId="272"/>
            <ac:spMk id="2" creationId="{E4306838-DDB6-B932-AF22-551A014EC26F}"/>
          </ac:spMkLst>
        </pc:spChg>
        <pc:spChg chg="add del mod">
          <ac:chgData name="Vashisht, Eva" userId="c9381ce1-2d89-4a60-8469-3dd6821be91d" providerId="ADAL" clId="{4DBA5F2F-EE27-521D-BE3F-55C33E530F5C}" dt="2025-12-01T21:01:50.548" v="1652" actId="478"/>
          <ac:spMkLst>
            <pc:docMk/>
            <pc:sldMk cId="1376411198" sldId="272"/>
            <ac:spMk id="5" creationId="{3F93D7D0-5A4C-6833-70A4-A766F6A6AFA0}"/>
          </ac:spMkLst>
        </pc:spChg>
        <pc:spChg chg="del">
          <ac:chgData name="Vashisht, Eva" userId="c9381ce1-2d89-4a60-8469-3dd6821be91d" providerId="ADAL" clId="{4DBA5F2F-EE27-521D-BE3F-55C33E530F5C}" dt="2025-12-01T21:01:48.399" v="1651" actId="478"/>
          <ac:spMkLst>
            <pc:docMk/>
            <pc:sldMk cId="1376411198" sldId="272"/>
            <ac:spMk id="7" creationId="{3B26742F-35A1-2D11-5B5E-A5CF81F64813}"/>
          </ac:spMkLst>
        </pc:spChg>
        <pc:spChg chg="mod">
          <ac:chgData name="Vashisht, Eva" userId="c9381ce1-2d89-4a60-8469-3dd6821be91d" providerId="ADAL" clId="{4DBA5F2F-EE27-521D-BE3F-55C33E530F5C}" dt="2025-12-01T21:02:14.692" v="1660" actId="20577"/>
          <ac:spMkLst>
            <pc:docMk/>
            <pc:sldMk cId="1376411198" sldId="272"/>
            <ac:spMk id="9" creationId="{CC223A15-415E-380F-0E26-38AB2F043F92}"/>
          </ac:spMkLst>
        </pc:spChg>
        <pc:spChg chg="add mod">
          <ac:chgData name="Vashisht, Eva" userId="c9381ce1-2d89-4a60-8469-3dd6821be91d" providerId="ADAL" clId="{4DBA5F2F-EE27-521D-BE3F-55C33E530F5C}" dt="2025-12-01T21:01:50.974" v="1653"/>
          <ac:spMkLst>
            <pc:docMk/>
            <pc:sldMk cId="1376411198" sldId="272"/>
            <ac:spMk id="10" creationId="{B280EA3B-9CD0-79CE-9F06-3A203267BC51}"/>
          </ac:spMkLst>
        </pc:spChg>
        <pc:spChg chg="del">
          <ac:chgData name="Vashisht, Eva" userId="c9381ce1-2d89-4a60-8469-3dd6821be91d" providerId="ADAL" clId="{4DBA5F2F-EE27-521D-BE3F-55C33E530F5C}" dt="2025-12-01T21:11:14.537" v="1800" actId="478"/>
          <ac:spMkLst>
            <pc:docMk/>
            <pc:sldMk cId="1376411198" sldId="272"/>
            <ac:spMk id="11" creationId="{6F64404C-1864-D66F-604D-9473E2C5E440}"/>
          </ac:spMkLst>
        </pc:spChg>
        <pc:spChg chg="add mod">
          <ac:chgData name="Vashisht, Eva" userId="c9381ce1-2d89-4a60-8469-3dd6821be91d" providerId="ADAL" clId="{4DBA5F2F-EE27-521D-BE3F-55C33E530F5C}" dt="2025-12-01T21:01:50.974" v="1653"/>
          <ac:spMkLst>
            <pc:docMk/>
            <pc:sldMk cId="1376411198" sldId="272"/>
            <ac:spMk id="13" creationId="{755DE92A-E721-3CD8-884B-25FEBE636172}"/>
          </ac:spMkLst>
        </pc:spChg>
        <pc:spChg chg="add mod">
          <ac:chgData name="Vashisht, Eva" userId="c9381ce1-2d89-4a60-8469-3dd6821be91d" providerId="ADAL" clId="{4DBA5F2F-EE27-521D-BE3F-55C33E530F5C}" dt="2025-12-01T21:17:45.158" v="1859" actId="14100"/>
          <ac:spMkLst>
            <pc:docMk/>
            <pc:sldMk cId="1376411198" sldId="272"/>
            <ac:spMk id="14" creationId="{08009B03-6771-F70B-6608-11CE5550BC00}"/>
          </ac:spMkLst>
        </pc:spChg>
        <pc:spChg chg="add mod">
          <ac:chgData name="Vashisht, Eva" userId="c9381ce1-2d89-4a60-8469-3dd6821be91d" providerId="ADAL" clId="{4DBA5F2F-EE27-521D-BE3F-55C33E530F5C}" dt="2025-12-01T21:17:01.828" v="1836" actId="21"/>
          <ac:spMkLst>
            <pc:docMk/>
            <pc:sldMk cId="1376411198" sldId="272"/>
            <ac:spMk id="15" creationId="{276BA26C-F7E1-17A4-D253-BBFCC405FBCC}"/>
          </ac:spMkLst>
        </pc:spChg>
        <pc:spChg chg="add mod">
          <ac:chgData name="Vashisht, Eva" userId="c9381ce1-2d89-4a60-8469-3dd6821be91d" providerId="ADAL" clId="{4DBA5F2F-EE27-521D-BE3F-55C33E530F5C}" dt="2025-12-01T21:11:41.232" v="1808" actId="1076"/>
          <ac:spMkLst>
            <pc:docMk/>
            <pc:sldMk cId="1376411198" sldId="272"/>
            <ac:spMk id="16" creationId="{64301F66-2ED1-0014-748C-FAE15CA310A6}"/>
          </ac:spMkLst>
        </pc:spChg>
        <pc:spChg chg="add mod">
          <ac:chgData name="Vashisht, Eva" userId="c9381ce1-2d89-4a60-8469-3dd6821be91d" providerId="ADAL" clId="{4DBA5F2F-EE27-521D-BE3F-55C33E530F5C}" dt="2025-12-01T21:16:29.195" v="1828" actId="21"/>
          <ac:spMkLst>
            <pc:docMk/>
            <pc:sldMk cId="1376411198" sldId="272"/>
            <ac:spMk id="17" creationId="{AC05A058-6D23-4500-B58C-3AE1FC49D40F}"/>
          </ac:spMkLst>
        </pc:spChg>
        <pc:spChg chg="add mod">
          <ac:chgData name="Vashisht, Eva" userId="c9381ce1-2d89-4a60-8469-3dd6821be91d" providerId="ADAL" clId="{4DBA5F2F-EE27-521D-BE3F-55C33E530F5C}" dt="2025-12-01T21:18:51.018" v="1889" actId="20577"/>
          <ac:spMkLst>
            <pc:docMk/>
            <pc:sldMk cId="1376411198" sldId="272"/>
            <ac:spMk id="19" creationId="{EC1ED277-78A7-8CDF-8B26-44D8AFC300DB}"/>
          </ac:spMkLst>
        </pc:spChg>
        <pc:spChg chg="add mod">
          <ac:chgData name="Vashisht, Eva" userId="c9381ce1-2d89-4a60-8469-3dd6821be91d" providerId="ADAL" clId="{4DBA5F2F-EE27-521D-BE3F-55C33E530F5C}" dt="2025-12-01T21:18:44.785" v="1885" actId="20577"/>
          <ac:spMkLst>
            <pc:docMk/>
            <pc:sldMk cId="1376411198" sldId="272"/>
            <ac:spMk id="21" creationId="{C12CA344-274B-BE07-5A26-FF90DD094D0F}"/>
          </ac:spMkLst>
        </pc:spChg>
        <pc:spChg chg="add mod">
          <ac:chgData name="Vashisht, Eva" userId="c9381ce1-2d89-4a60-8469-3dd6821be91d" providerId="ADAL" clId="{4DBA5F2F-EE27-521D-BE3F-55C33E530F5C}" dt="2025-12-01T21:18:41.261" v="1882" actId="20577"/>
          <ac:spMkLst>
            <pc:docMk/>
            <pc:sldMk cId="1376411198" sldId="272"/>
            <ac:spMk id="23" creationId="{BF292249-B68F-5050-7B59-F1AC60D4EADE}"/>
          </ac:spMkLst>
        </pc:spChg>
        <pc:spChg chg="add mod">
          <ac:chgData name="Vashisht, Eva" userId="c9381ce1-2d89-4a60-8469-3dd6821be91d" providerId="ADAL" clId="{4DBA5F2F-EE27-521D-BE3F-55C33E530F5C}" dt="2025-12-01T21:18:16.746" v="1871" actId="1076"/>
          <ac:spMkLst>
            <pc:docMk/>
            <pc:sldMk cId="1376411198" sldId="272"/>
            <ac:spMk id="24" creationId="{900198C7-A398-11E2-CECD-F3D9B9C7C54D}"/>
          </ac:spMkLst>
        </pc:spChg>
        <pc:spChg chg="add mod">
          <ac:chgData name="Vashisht, Eva" userId="c9381ce1-2d89-4a60-8469-3dd6821be91d" providerId="ADAL" clId="{4DBA5F2F-EE27-521D-BE3F-55C33E530F5C}" dt="2025-12-01T21:18:29.609" v="1877" actId="20577"/>
          <ac:spMkLst>
            <pc:docMk/>
            <pc:sldMk cId="1376411198" sldId="272"/>
            <ac:spMk id="25" creationId="{A2FCF790-F054-2056-B17F-18A47AFF1373}"/>
          </ac:spMkLst>
        </pc:spChg>
        <pc:spChg chg="add mod">
          <ac:chgData name="Vashisht, Eva" userId="c9381ce1-2d89-4a60-8469-3dd6821be91d" providerId="ADAL" clId="{4DBA5F2F-EE27-521D-BE3F-55C33E530F5C}" dt="2025-12-01T21:18:32.118" v="1879" actId="20577"/>
          <ac:spMkLst>
            <pc:docMk/>
            <pc:sldMk cId="1376411198" sldId="272"/>
            <ac:spMk id="26" creationId="{7E3F03DF-703F-3A9E-F16A-8BE04CD5C819}"/>
          </ac:spMkLst>
        </pc:spChg>
        <pc:spChg chg="del">
          <ac:chgData name="Vashisht, Eva" userId="c9381ce1-2d89-4a60-8469-3dd6821be91d" providerId="ADAL" clId="{4DBA5F2F-EE27-521D-BE3F-55C33E530F5C}" dt="2025-12-01T21:01:48.399" v="1651" actId="478"/>
          <ac:spMkLst>
            <pc:docMk/>
            <pc:sldMk cId="1376411198" sldId="272"/>
            <ac:spMk id="31" creationId="{79704CFD-3180-56AE-EFF1-E9D691688424}"/>
          </ac:spMkLst>
        </pc:spChg>
        <pc:cxnChg chg="del">
          <ac:chgData name="Vashisht, Eva" userId="c9381ce1-2d89-4a60-8469-3dd6821be91d" providerId="ADAL" clId="{4DBA5F2F-EE27-521D-BE3F-55C33E530F5C}" dt="2025-12-01T21:01:48.399" v="1651" actId="478"/>
          <ac:cxnSpMkLst>
            <pc:docMk/>
            <pc:sldMk cId="1376411198" sldId="272"/>
            <ac:cxnSpMk id="6" creationId="{02753C50-7B86-588F-2535-C45DF1869186}"/>
          </ac:cxnSpMkLst>
        </pc:cxnChg>
        <pc:cxnChg chg="add mod">
          <ac:chgData name="Vashisht, Eva" userId="c9381ce1-2d89-4a60-8469-3dd6821be91d" providerId="ADAL" clId="{4DBA5F2F-EE27-521D-BE3F-55C33E530F5C}" dt="2025-12-01T21:01:50.974" v="1653"/>
          <ac:cxnSpMkLst>
            <pc:docMk/>
            <pc:sldMk cId="1376411198" sldId="272"/>
            <ac:cxnSpMk id="12" creationId="{177ACDC2-BF21-33A6-1EAC-38C48585787F}"/>
          </ac:cxnSpMkLst>
        </pc:cxnChg>
      </pc:sldChg>
      <pc:sldChg chg="del">
        <pc:chgData name="Vashisht, Eva" userId="c9381ce1-2d89-4a60-8469-3dd6821be91d" providerId="ADAL" clId="{4DBA5F2F-EE27-521D-BE3F-55C33E530F5C}" dt="2025-12-01T17:48:32.953" v="1037" actId="2696"/>
        <pc:sldMkLst>
          <pc:docMk/>
          <pc:sldMk cId="1108108802" sldId="273"/>
        </pc:sldMkLst>
      </pc:sldChg>
      <pc:sldChg chg="del">
        <pc:chgData name="Vashisht, Eva" userId="c9381ce1-2d89-4a60-8469-3dd6821be91d" providerId="ADAL" clId="{4DBA5F2F-EE27-521D-BE3F-55C33E530F5C}" dt="2025-12-01T17:48:36.002" v="1038" actId="2696"/>
        <pc:sldMkLst>
          <pc:docMk/>
          <pc:sldMk cId="4131068411" sldId="274"/>
        </pc:sldMkLst>
      </pc:sldChg>
      <pc:sldChg chg="del">
        <pc:chgData name="Vashisht, Eva" userId="c9381ce1-2d89-4a60-8469-3dd6821be91d" providerId="ADAL" clId="{4DBA5F2F-EE27-521D-BE3F-55C33E530F5C}" dt="2025-12-01T17:48:39.367" v="1039" actId="2696"/>
        <pc:sldMkLst>
          <pc:docMk/>
          <pc:sldMk cId="613103602" sldId="275"/>
        </pc:sldMkLst>
      </pc:sldChg>
      <pc:sldChg chg="del">
        <pc:chgData name="Vashisht, Eva" userId="c9381ce1-2d89-4a60-8469-3dd6821be91d" providerId="ADAL" clId="{4DBA5F2F-EE27-521D-BE3F-55C33E530F5C}" dt="2025-12-01T17:48:44.861" v="1040" actId="2696"/>
        <pc:sldMkLst>
          <pc:docMk/>
          <pc:sldMk cId="2564402912" sldId="276"/>
        </pc:sldMkLst>
      </pc:sldChg>
      <pc:sldChg chg="addSp delSp modSp mod">
        <pc:chgData name="Vashisht, Eva" userId="c9381ce1-2d89-4a60-8469-3dd6821be91d" providerId="ADAL" clId="{4DBA5F2F-EE27-521D-BE3F-55C33E530F5C}" dt="2025-12-01T21:02:10.867" v="1658" actId="20577"/>
        <pc:sldMkLst>
          <pc:docMk/>
          <pc:sldMk cId="4169210713" sldId="277"/>
        </pc:sldMkLst>
        <pc:spChg chg="del">
          <ac:chgData name="Vashisht, Eva" userId="c9381ce1-2d89-4a60-8469-3dd6821be91d" providerId="ADAL" clId="{4DBA5F2F-EE27-521D-BE3F-55C33E530F5C}" dt="2025-12-01T21:02:03.938" v="1654" actId="478"/>
          <ac:spMkLst>
            <pc:docMk/>
            <pc:sldMk cId="4169210713" sldId="277"/>
            <ac:spMk id="2" creationId="{8915B958-83C6-99A0-B10B-0D252352E85F}"/>
          </ac:spMkLst>
        </pc:spChg>
        <pc:spChg chg="add del mod">
          <ac:chgData name="Vashisht, Eva" userId="c9381ce1-2d89-4a60-8469-3dd6821be91d" providerId="ADAL" clId="{4DBA5F2F-EE27-521D-BE3F-55C33E530F5C}" dt="2025-12-01T21:02:05.834" v="1655" actId="478"/>
          <ac:spMkLst>
            <pc:docMk/>
            <pc:sldMk cId="4169210713" sldId="277"/>
            <ac:spMk id="5" creationId="{E28839BE-E16F-3D09-B567-DC9436F16B86}"/>
          </ac:spMkLst>
        </pc:spChg>
        <pc:spChg chg="del">
          <ac:chgData name="Vashisht, Eva" userId="c9381ce1-2d89-4a60-8469-3dd6821be91d" providerId="ADAL" clId="{4DBA5F2F-EE27-521D-BE3F-55C33E530F5C}" dt="2025-12-01T21:02:03.938" v="1654" actId="478"/>
          <ac:spMkLst>
            <pc:docMk/>
            <pc:sldMk cId="4169210713" sldId="277"/>
            <ac:spMk id="7" creationId="{F63B1526-8AFA-35CE-E929-BA550AE63991}"/>
          </ac:spMkLst>
        </pc:spChg>
        <pc:spChg chg="mod">
          <ac:chgData name="Vashisht, Eva" userId="c9381ce1-2d89-4a60-8469-3dd6821be91d" providerId="ADAL" clId="{4DBA5F2F-EE27-521D-BE3F-55C33E530F5C}" dt="2025-12-01T21:02:10.867" v="1658" actId="20577"/>
          <ac:spMkLst>
            <pc:docMk/>
            <pc:sldMk cId="4169210713" sldId="277"/>
            <ac:spMk id="9" creationId="{8398BCF7-7F1D-CD23-8465-91E5BDFD3046}"/>
          </ac:spMkLst>
        </pc:spChg>
        <pc:spChg chg="add mod">
          <ac:chgData name="Vashisht, Eva" userId="c9381ce1-2d89-4a60-8469-3dd6821be91d" providerId="ADAL" clId="{4DBA5F2F-EE27-521D-BE3F-55C33E530F5C}" dt="2025-12-01T21:02:06.190" v="1656"/>
          <ac:spMkLst>
            <pc:docMk/>
            <pc:sldMk cId="4169210713" sldId="277"/>
            <ac:spMk id="10" creationId="{27AC5902-CF8D-0B3F-9551-5BB597A4FF24}"/>
          </ac:spMkLst>
        </pc:spChg>
        <pc:spChg chg="add mod">
          <ac:chgData name="Vashisht, Eva" userId="c9381ce1-2d89-4a60-8469-3dd6821be91d" providerId="ADAL" clId="{4DBA5F2F-EE27-521D-BE3F-55C33E530F5C}" dt="2025-12-01T21:02:06.190" v="1656"/>
          <ac:spMkLst>
            <pc:docMk/>
            <pc:sldMk cId="4169210713" sldId="277"/>
            <ac:spMk id="13" creationId="{744E8FA4-125D-CE52-B18E-AECAE185F392}"/>
          </ac:spMkLst>
        </pc:spChg>
        <pc:cxnChg chg="del">
          <ac:chgData name="Vashisht, Eva" userId="c9381ce1-2d89-4a60-8469-3dd6821be91d" providerId="ADAL" clId="{4DBA5F2F-EE27-521D-BE3F-55C33E530F5C}" dt="2025-12-01T21:02:03.938" v="1654" actId="478"/>
          <ac:cxnSpMkLst>
            <pc:docMk/>
            <pc:sldMk cId="4169210713" sldId="277"/>
            <ac:cxnSpMk id="6" creationId="{1C297BC9-4BE0-F8E5-8241-531A91BB59C1}"/>
          </ac:cxnSpMkLst>
        </pc:cxnChg>
        <pc:cxnChg chg="add mod">
          <ac:chgData name="Vashisht, Eva" userId="c9381ce1-2d89-4a60-8469-3dd6821be91d" providerId="ADAL" clId="{4DBA5F2F-EE27-521D-BE3F-55C33E530F5C}" dt="2025-12-01T21:02:06.190" v="1656"/>
          <ac:cxnSpMkLst>
            <pc:docMk/>
            <pc:sldMk cId="4169210713" sldId="277"/>
            <ac:cxnSpMk id="12" creationId="{01D4E9A0-B344-5726-5174-28237C0CE1C7}"/>
          </ac:cxnSpMkLst>
        </pc:cxnChg>
      </pc:sldChg>
      <pc:sldChg chg="addSp delSp modSp add mod">
        <pc:chgData name="Vashisht, Eva" userId="c9381ce1-2d89-4a60-8469-3dd6821be91d" providerId="ADAL" clId="{4DBA5F2F-EE27-521D-BE3F-55C33E530F5C}" dt="2025-12-01T17:33:05.063" v="1019" actId="113"/>
        <pc:sldMkLst>
          <pc:docMk/>
          <pc:sldMk cId="2673289660" sldId="278"/>
        </pc:sldMkLst>
        <pc:spChg chg="add mod">
          <ac:chgData name="Vashisht, Eva" userId="c9381ce1-2d89-4a60-8469-3dd6821be91d" providerId="ADAL" clId="{4DBA5F2F-EE27-521D-BE3F-55C33E530F5C}" dt="2025-12-01T17:32:33.972" v="1010" actId="207"/>
          <ac:spMkLst>
            <pc:docMk/>
            <pc:sldMk cId="2673289660" sldId="278"/>
            <ac:spMk id="2" creationId="{BA5E1738-1AB3-764D-F6B3-33A2EE5027DF}"/>
          </ac:spMkLst>
        </pc:spChg>
        <pc:spChg chg="add mod">
          <ac:chgData name="Vashisht, Eva" userId="c9381ce1-2d89-4a60-8469-3dd6821be91d" providerId="ADAL" clId="{4DBA5F2F-EE27-521D-BE3F-55C33E530F5C}" dt="2025-12-01T17:33:05.063" v="1019" actId="113"/>
          <ac:spMkLst>
            <pc:docMk/>
            <pc:sldMk cId="2673289660" sldId="278"/>
            <ac:spMk id="3" creationId="{3BDFCA71-C404-DCC2-ADF1-4A14EC88BDB5}"/>
          </ac:spMkLst>
        </pc:spChg>
        <pc:spChg chg="add mod">
          <ac:chgData name="Vashisht, Eva" userId="c9381ce1-2d89-4a60-8469-3dd6821be91d" providerId="ADAL" clId="{4DBA5F2F-EE27-521D-BE3F-55C33E530F5C}" dt="2025-12-01T17:32:43.096" v="1012" actId="207"/>
          <ac:spMkLst>
            <pc:docMk/>
            <pc:sldMk cId="2673289660" sldId="278"/>
            <ac:spMk id="5" creationId="{8CECC232-A4CB-7084-0CB9-625FEF4BB55E}"/>
          </ac:spMkLst>
        </pc:spChg>
        <pc:spChg chg="add mod">
          <ac:chgData name="Vashisht, Eva" userId="c9381ce1-2d89-4a60-8469-3dd6821be91d" providerId="ADAL" clId="{4DBA5F2F-EE27-521D-BE3F-55C33E530F5C}" dt="2025-12-01T17:32:37.108" v="1011" actId="207"/>
          <ac:spMkLst>
            <pc:docMk/>
            <pc:sldMk cId="2673289660" sldId="278"/>
            <ac:spMk id="6" creationId="{E78D2740-97E6-339F-B5BB-0D260772689B}"/>
          </ac:spMkLst>
        </pc:spChg>
        <pc:spChg chg="add mod">
          <ac:chgData name="Vashisht, Eva" userId="c9381ce1-2d89-4a60-8469-3dd6821be91d" providerId="ADAL" clId="{4DBA5F2F-EE27-521D-BE3F-55C33E530F5C}" dt="2025-12-01T17:32:50.017" v="1014" actId="207"/>
          <ac:spMkLst>
            <pc:docMk/>
            <pc:sldMk cId="2673289660" sldId="278"/>
            <ac:spMk id="7" creationId="{8863DC9E-7168-4657-B0EB-AF8953DB5E1D}"/>
          </ac:spMkLst>
        </pc:spChg>
        <pc:spChg chg="add mod">
          <ac:chgData name="Vashisht, Eva" userId="c9381ce1-2d89-4a60-8469-3dd6821be91d" providerId="ADAL" clId="{4DBA5F2F-EE27-521D-BE3F-55C33E530F5C}" dt="2025-12-01T17:33:01.467" v="1018" actId="113"/>
          <ac:spMkLst>
            <pc:docMk/>
            <pc:sldMk cId="2673289660" sldId="278"/>
            <ac:spMk id="20" creationId="{A938153C-B7E7-E1BD-CF8F-4533F395CD6C}"/>
          </ac:spMkLst>
        </pc:spChg>
        <pc:spChg chg="add mod">
          <ac:chgData name="Vashisht, Eva" userId="c9381ce1-2d89-4a60-8469-3dd6821be91d" providerId="ADAL" clId="{4DBA5F2F-EE27-521D-BE3F-55C33E530F5C}" dt="2025-12-01T17:32:56.593" v="1016" actId="113"/>
          <ac:spMkLst>
            <pc:docMk/>
            <pc:sldMk cId="2673289660" sldId="278"/>
            <ac:spMk id="21" creationId="{EF92FA0E-9ED5-F4AE-90DE-EB2899108B78}"/>
          </ac:spMkLst>
        </pc:spChg>
        <pc:spChg chg="add mod">
          <ac:chgData name="Vashisht, Eva" userId="c9381ce1-2d89-4a60-8469-3dd6821be91d" providerId="ADAL" clId="{4DBA5F2F-EE27-521D-BE3F-55C33E530F5C}" dt="2025-12-01T17:32:59.098" v="1017" actId="113"/>
          <ac:spMkLst>
            <pc:docMk/>
            <pc:sldMk cId="2673289660" sldId="278"/>
            <ac:spMk id="22" creationId="{C7D12D77-7098-C468-5D31-4F6B79523DB5}"/>
          </ac:spMkLst>
        </pc:spChg>
        <pc:spChg chg="add mod">
          <ac:chgData name="Vashisht, Eva" userId="c9381ce1-2d89-4a60-8469-3dd6821be91d" providerId="ADAL" clId="{4DBA5F2F-EE27-521D-BE3F-55C33E530F5C}" dt="2025-12-01T17:32:54.165" v="1015" actId="113"/>
          <ac:spMkLst>
            <pc:docMk/>
            <pc:sldMk cId="2673289660" sldId="278"/>
            <ac:spMk id="23" creationId="{654552A5-C29D-6262-9A46-68A972D0F332}"/>
          </ac:spMkLst>
        </pc:spChg>
        <pc:graphicFrameChg chg="del">
          <ac:chgData name="Vashisht, Eva" userId="c9381ce1-2d89-4a60-8469-3dd6821be91d" providerId="ADAL" clId="{4DBA5F2F-EE27-521D-BE3F-55C33E530F5C}" dt="2025-12-01T17:22:38.050" v="794" actId="478"/>
          <ac:graphicFrameMkLst>
            <pc:docMk/>
            <pc:sldMk cId="2673289660" sldId="278"/>
            <ac:graphicFrameMk id="16" creationId="{2F464F70-3604-D203-40E4-657BF8AF8A5A}"/>
          </ac:graphicFrameMkLst>
        </pc:graphicFrameChg>
        <pc:cxnChg chg="add mod">
          <ac:chgData name="Vashisht, Eva" userId="c9381ce1-2d89-4a60-8469-3dd6821be91d" providerId="ADAL" clId="{4DBA5F2F-EE27-521D-BE3F-55C33E530F5C}" dt="2025-12-01T17:31:15.398" v="994" actId="14100"/>
          <ac:cxnSpMkLst>
            <pc:docMk/>
            <pc:sldMk cId="2673289660" sldId="278"/>
            <ac:cxnSpMk id="11" creationId="{9F38123A-0465-C8A7-8F34-BCAE38E33B99}"/>
          </ac:cxnSpMkLst>
        </pc:cxnChg>
        <pc:cxnChg chg="add del mod">
          <ac:chgData name="Vashisht, Eva" userId="c9381ce1-2d89-4a60-8469-3dd6821be91d" providerId="ADAL" clId="{4DBA5F2F-EE27-521D-BE3F-55C33E530F5C}" dt="2025-12-01T17:32:05.473" v="1004" actId="478"/>
          <ac:cxnSpMkLst>
            <pc:docMk/>
            <pc:sldMk cId="2673289660" sldId="278"/>
            <ac:cxnSpMk id="17" creationId="{EE7E16C3-3EFD-2302-CC5B-B5CF224F1ADA}"/>
          </ac:cxnSpMkLst>
        </pc:cxnChg>
        <pc:cxnChg chg="add mod">
          <ac:chgData name="Vashisht, Eva" userId="c9381ce1-2d89-4a60-8469-3dd6821be91d" providerId="ADAL" clId="{4DBA5F2F-EE27-521D-BE3F-55C33E530F5C}" dt="2025-12-01T17:31:08.764" v="992" actId="14100"/>
          <ac:cxnSpMkLst>
            <pc:docMk/>
            <pc:sldMk cId="2673289660" sldId="278"/>
            <ac:cxnSpMk id="18" creationId="{12123F8B-DD5A-B9E9-80AD-390C852159B4}"/>
          </ac:cxnSpMkLst>
        </pc:cxnChg>
        <pc:cxnChg chg="add del mod">
          <ac:chgData name="Vashisht, Eva" userId="c9381ce1-2d89-4a60-8469-3dd6821be91d" providerId="ADAL" clId="{4DBA5F2F-EE27-521D-BE3F-55C33E530F5C}" dt="2025-12-01T17:32:07.597" v="1005" actId="478"/>
          <ac:cxnSpMkLst>
            <pc:docMk/>
            <pc:sldMk cId="2673289660" sldId="278"/>
            <ac:cxnSpMk id="19" creationId="{074D39B2-7295-F0F1-8319-E9C2C400B12F}"/>
          </ac:cxnSpMkLst>
        </pc:cxnChg>
        <pc:cxnChg chg="add mod">
          <ac:chgData name="Vashisht, Eva" userId="c9381ce1-2d89-4a60-8469-3dd6821be91d" providerId="ADAL" clId="{4DBA5F2F-EE27-521D-BE3F-55C33E530F5C}" dt="2025-12-01T17:32:15.044" v="1007" actId="1076"/>
          <ac:cxnSpMkLst>
            <pc:docMk/>
            <pc:sldMk cId="2673289660" sldId="278"/>
            <ac:cxnSpMk id="29" creationId="{54764890-A235-F512-7F8D-EADEE8535553}"/>
          </ac:cxnSpMkLst>
        </pc:cxnChg>
        <pc:cxnChg chg="add mod">
          <ac:chgData name="Vashisht, Eva" userId="c9381ce1-2d89-4a60-8469-3dd6821be91d" providerId="ADAL" clId="{4DBA5F2F-EE27-521D-BE3F-55C33E530F5C}" dt="2025-12-01T17:32:21.979" v="1009" actId="1076"/>
          <ac:cxnSpMkLst>
            <pc:docMk/>
            <pc:sldMk cId="2673289660" sldId="278"/>
            <ac:cxnSpMk id="30" creationId="{70BE1642-5BC0-B070-12F4-CF8760646EF5}"/>
          </ac:cxnSpMkLst>
        </pc:cxnChg>
      </pc:sldChg>
      <pc:sldChg chg="addSp delSp modSp add mod">
        <pc:chgData name="Vashisht, Eva" userId="c9381ce1-2d89-4a60-8469-3dd6821be91d" providerId="ADAL" clId="{4DBA5F2F-EE27-521D-BE3F-55C33E530F5C}" dt="2025-12-01T20:41:25.339" v="1574" actId="1582"/>
        <pc:sldMkLst>
          <pc:docMk/>
          <pc:sldMk cId="1741524046" sldId="279"/>
        </pc:sldMkLst>
        <pc:spChg chg="del mod">
          <ac:chgData name="Vashisht, Eva" userId="c9381ce1-2d89-4a60-8469-3dd6821be91d" providerId="ADAL" clId="{4DBA5F2F-EE27-521D-BE3F-55C33E530F5C}" dt="2025-12-01T17:58:39.697" v="1046" actId="478"/>
          <ac:spMkLst>
            <pc:docMk/>
            <pc:sldMk cId="1741524046" sldId="279"/>
            <ac:spMk id="2" creationId="{71C21729-5802-E670-FF42-FB69C070793C}"/>
          </ac:spMkLst>
        </pc:spChg>
        <pc:spChg chg="del">
          <ac:chgData name="Vashisht, Eva" userId="c9381ce1-2d89-4a60-8469-3dd6821be91d" providerId="ADAL" clId="{4DBA5F2F-EE27-521D-BE3F-55C33E530F5C}" dt="2025-12-01T17:58:30.643" v="1042" actId="478"/>
          <ac:spMkLst>
            <pc:docMk/>
            <pc:sldMk cId="1741524046" sldId="279"/>
            <ac:spMk id="3" creationId="{A4840AE8-E74F-5266-CEBE-6B0E05316891}"/>
          </ac:spMkLst>
        </pc:spChg>
        <pc:spChg chg="del">
          <ac:chgData name="Vashisht, Eva" userId="c9381ce1-2d89-4a60-8469-3dd6821be91d" providerId="ADAL" clId="{4DBA5F2F-EE27-521D-BE3F-55C33E530F5C}" dt="2025-12-01T17:58:37.821" v="1044" actId="478"/>
          <ac:spMkLst>
            <pc:docMk/>
            <pc:sldMk cId="1741524046" sldId="279"/>
            <ac:spMk id="5" creationId="{FCBB5C20-C850-6F4C-6F5F-7C9A5D6F7748}"/>
          </ac:spMkLst>
        </pc:spChg>
        <pc:spChg chg="del">
          <ac:chgData name="Vashisht, Eva" userId="c9381ce1-2d89-4a60-8469-3dd6821be91d" providerId="ADAL" clId="{4DBA5F2F-EE27-521D-BE3F-55C33E530F5C}" dt="2025-12-01T17:58:30.643" v="1042" actId="478"/>
          <ac:spMkLst>
            <pc:docMk/>
            <pc:sldMk cId="1741524046" sldId="279"/>
            <ac:spMk id="6" creationId="{93F36BD0-C97F-3609-9AD3-8D43AC44C5E7}"/>
          </ac:spMkLst>
        </pc:spChg>
        <pc:spChg chg="del">
          <ac:chgData name="Vashisht, Eva" userId="c9381ce1-2d89-4a60-8469-3dd6821be91d" providerId="ADAL" clId="{4DBA5F2F-EE27-521D-BE3F-55C33E530F5C}" dt="2025-12-01T17:58:36.043" v="1043" actId="478"/>
          <ac:spMkLst>
            <pc:docMk/>
            <pc:sldMk cId="1741524046" sldId="279"/>
            <ac:spMk id="7" creationId="{130C7508-5199-016D-BC73-3C7F7776CD6A}"/>
          </ac:spMkLst>
        </pc:spChg>
        <pc:spChg chg="add mod">
          <ac:chgData name="Vashisht, Eva" userId="c9381ce1-2d89-4a60-8469-3dd6821be91d" providerId="ADAL" clId="{4DBA5F2F-EE27-521D-BE3F-55C33E530F5C}" dt="2025-12-01T20:20:45.794" v="1113" actId="20577"/>
          <ac:spMkLst>
            <pc:docMk/>
            <pc:sldMk cId="1741524046" sldId="279"/>
            <ac:spMk id="10" creationId="{EAFD6652-7A59-E148-BD53-EE5E720C9A1B}"/>
          </ac:spMkLst>
        </pc:spChg>
        <pc:spChg chg="add mod">
          <ac:chgData name="Vashisht, Eva" userId="c9381ce1-2d89-4a60-8469-3dd6821be91d" providerId="ADAL" clId="{4DBA5F2F-EE27-521D-BE3F-55C33E530F5C}" dt="2025-12-01T20:21:07.790" v="1130" actId="20577"/>
          <ac:spMkLst>
            <pc:docMk/>
            <pc:sldMk cId="1741524046" sldId="279"/>
            <ac:spMk id="16" creationId="{1C7C3A1D-B767-6346-8246-8779D8F3314C}"/>
          </ac:spMkLst>
        </pc:spChg>
        <pc:spChg chg="add mod">
          <ac:chgData name="Vashisht, Eva" userId="c9381ce1-2d89-4a60-8469-3dd6821be91d" providerId="ADAL" clId="{4DBA5F2F-EE27-521D-BE3F-55C33E530F5C}" dt="2025-12-01T20:40:54.222" v="1568" actId="1582"/>
          <ac:spMkLst>
            <pc:docMk/>
            <pc:sldMk cId="1741524046" sldId="279"/>
            <ac:spMk id="17" creationId="{C7B420EF-C050-AB83-BDA8-199154185F9D}"/>
          </ac:spMkLst>
        </pc:spChg>
        <pc:spChg chg="add mod">
          <ac:chgData name="Vashisht, Eva" userId="c9381ce1-2d89-4a60-8469-3dd6821be91d" providerId="ADAL" clId="{4DBA5F2F-EE27-521D-BE3F-55C33E530F5C}" dt="2025-12-01T20:41:20.680" v="1573" actId="1582"/>
          <ac:spMkLst>
            <pc:docMk/>
            <pc:sldMk cId="1741524046" sldId="279"/>
            <ac:spMk id="19" creationId="{AAC11AD5-0AA6-A17C-256B-2ED09C99759C}"/>
          </ac:spMkLst>
        </pc:spChg>
        <pc:spChg chg="del">
          <ac:chgData name="Vashisht, Eva" userId="c9381ce1-2d89-4a60-8469-3dd6821be91d" providerId="ADAL" clId="{4DBA5F2F-EE27-521D-BE3F-55C33E530F5C}" dt="2025-12-01T17:58:30.643" v="1042" actId="478"/>
          <ac:spMkLst>
            <pc:docMk/>
            <pc:sldMk cId="1741524046" sldId="279"/>
            <ac:spMk id="20" creationId="{2CAB1726-E6FF-B105-A2AF-A7D58718BEEF}"/>
          </ac:spMkLst>
        </pc:spChg>
        <pc:spChg chg="del">
          <ac:chgData name="Vashisht, Eva" userId="c9381ce1-2d89-4a60-8469-3dd6821be91d" providerId="ADAL" clId="{4DBA5F2F-EE27-521D-BE3F-55C33E530F5C}" dt="2025-12-01T17:58:45.171" v="1048" actId="478"/>
          <ac:spMkLst>
            <pc:docMk/>
            <pc:sldMk cId="1741524046" sldId="279"/>
            <ac:spMk id="21" creationId="{174636BA-E753-5C8A-0E64-FD5F30DD12B1}"/>
          </ac:spMkLst>
        </pc:spChg>
        <pc:spChg chg="del">
          <ac:chgData name="Vashisht, Eva" userId="c9381ce1-2d89-4a60-8469-3dd6821be91d" providerId="ADAL" clId="{4DBA5F2F-EE27-521D-BE3F-55C33E530F5C}" dt="2025-12-01T17:58:30.643" v="1042" actId="478"/>
          <ac:spMkLst>
            <pc:docMk/>
            <pc:sldMk cId="1741524046" sldId="279"/>
            <ac:spMk id="22" creationId="{E9A1D05A-89A5-AB6F-96B3-C70A4B964B39}"/>
          </ac:spMkLst>
        </pc:spChg>
        <pc:spChg chg="del">
          <ac:chgData name="Vashisht, Eva" userId="c9381ce1-2d89-4a60-8469-3dd6821be91d" providerId="ADAL" clId="{4DBA5F2F-EE27-521D-BE3F-55C33E530F5C}" dt="2025-12-01T17:58:43.222" v="1047" actId="478"/>
          <ac:spMkLst>
            <pc:docMk/>
            <pc:sldMk cId="1741524046" sldId="279"/>
            <ac:spMk id="23" creationId="{25D99626-B599-B063-F8C4-FBB4C30AE57F}"/>
          </ac:spMkLst>
        </pc:spChg>
        <pc:spChg chg="add mod">
          <ac:chgData name="Vashisht, Eva" userId="c9381ce1-2d89-4a60-8469-3dd6821be91d" providerId="ADAL" clId="{4DBA5F2F-EE27-521D-BE3F-55C33E530F5C}" dt="2025-12-01T20:41:10.233" v="1570" actId="1076"/>
          <ac:spMkLst>
            <pc:docMk/>
            <pc:sldMk cId="1741524046" sldId="279"/>
            <ac:spMk id="24" creationId="{398E4B5C-96F4-CF24-B90A-5AE16B314412}"/>
          </ac:spMkLst>
        </pc:spChg>
        <pc:spChg chg="add del">
          <ac:chgData name="Vashisht, Eva" userId="c9381ce1-2d89-4a60-8469-3dd6821be91d" providerId="ADAL" clId="{4DBA5F2F-EE27-521D-BE3F-55C33E530F5C}" dt="2025-12-01T20:25:32.048" v="1241" actId="11529"/>
          <ac:spMkLst>
            <pc:docMk/>
            <pc:sldMk cId="1741524046" sldId="279"/>
            <ac:spMk id="27" creationId="{70EB1F92-527D-7FF1-20F0-8B5559F16432}"/>
          </ac:spMkLst>
        </pc:spChg>
        <pc:spChg chg="add mod">
          <ac:chgData name="Vashisht, Eva" userId="c9381ce1-2d89-4a60-8469-3dd6821be91d" providerId="ADAL" clId="{4DBA5F2F-EE27-521D-BE3F-55C33E530F5C}" dt="2025-12-01T20:40:43.812" v="1567" actId="1582"/>
          <ac:spMkLst>
            <pc:docMk/>
            <pc:sldMk cId="1741524046" sldId="279"/>
            <ac:spMk id="28" creationId="{FC81383B-5A9F-4F51-8D4D-1FF3DA62F521}"/>
          </ac:spMkLst>
        </pc:spChg>
        <pc:spChg chg="add mod">
          <ac:chgData name="Vashisht, Eva" userId="c9381ce1-2d89-4a60-8469-3dd6821be91d" providerId="ADAL" clId="{4DBA5F2F-EE27-521D-BE3F-55C33E530F5C}" dt="2025-12-01T20:30:54.860" v="1363" actId="207"/>
          <ac:spMkLst>
            <pc:docMk/>
            <pc:sldMk cId="1741524046" sldId="279"/>
            <ac:spMk id="32" creationId="{6CE95AB9-A62E-9EA4-CFFD-663A0E54917E}"/>
          </ac:spMkLst>
        </pc:spChg>
        <pc:spChg chg="add mod">
          <ac:chgData name="Vashisht, Eva" userId="c9381ce1-2d89-4a60-8469-3dd6821be91d" providerId="ADAL" clId="{4DBA5F2F-EE27-521D-BE3F-55C33E530F5C}" dt="2025-12-01T20:30:00.621" v="1355" actId="1076"/>
          <ac:spMkLst>
            <pc:docMk/>
            <pc:sldMk cId="1741524046" sldId="279"/>
            <ac:spMk id="33" creationId="{7A03C379-00EE-CA69-A8CB-18638215A800}"/>
          </ac:spMkLst>
        </pc:spChg>
        <pc:spChg chg="add mod">
          <ac:chgData name="Vashisht, Eva" userId="c9381ce1-2d89-4a60-8469-3dd6821be91d" providerId="ADAL" clId="{4DBA5F2F-EE27-521D-BE3F-55C33E530F5C}" dt="2025-12-01T20:30:38.181" v="1361" actId="207"/>
          <ac:spMkLst>
            <pc:docMk/>
            <pc:sldMk cId="1741524046" sldId="279"/>
            <ac:spMk id="34" creationId="{28060C8C-CC4E-EA24-822E-114C5BFC4AF6}"/>
          </ac:spMkLst>
        </pc:spChg>
        <pc:spChg chg="add mod">
          <ac:chgData name="Vashisht, Eva" userId="c9381ce1-2d89-4a60-8469-3dd6821be91d" providerId="ADAL" clId="{4DBA5F2F-EE27-521D-BE3F-55C33E530F5C}" dt="2025-12-01T20:41:25.339" v="1574" actId="1582"/>
          <ac:spMkLst>
            <pc:docMk/>
            <pc:sldMk cId="1741524046" sldId="279"/>
            <ac:spMk id="39" creationId="{A0A6658A-63D9-9219-763B-3C57FF7841F2}"/>
          </ac:spMkLst>
        </pc:spChg>
        <pc:graphicFrameChg chg="add del mod modGraphic">
          <ac:chgData name="Vashisht, Eva" userId="c9381ce1-2d89-4a60-8469-3dd6821be91d" providerId="ADAL" clId="{4DBA5F2F-EE27-521D-BE3F-55C33E530F5C}" dt="2025-12-01T20:23:15.245" v="1149" actId="3680"/>
          <ac:graphicFrameMkLst>
            <pc:docMk/>
            <pc:sldMk cId="1741524046" sldId="279"/>
            <ac:graphicFrameMk id="25" creationId="{45AA266E-C993-A136-0624-F0311BB36992}"/>
          </ac:graphicFrameMkLst>
        </pc:graphicFrameChg>
        <pc:graphicFrameChg chg="add del mod modGraphic">
          <ac:chgData name="Vashisht, Eva" userId="c9381ce1-2d89-4a60-8469-3dd6821be91d" providerId="ADAL" clId="{4DBA5F2F-EE27-521D-BE3F-55C33E530F5C}" dt="2025-12-01T20:26:25.653" v="1252" actId="478"/>
          <ac:graphicFrameMkLst>
            <pc:docMk/>
            <pc:sldMk cId="1741524046" sldId="279"/>
            <ac:graphicFrameMk id="26" creationId="{10802A23-F874-41AA-3745-4954B52F8465}"/>
          </ac:graphicFrameMkLst>
        </pc:graphicFrameChg>
        <pc:graphicFrameChg chg="add mod">
          <ac:chgData name="Vashisht, Eva" userId="c9381ce1-2d89-4a60-8469-3dd6821be91d" providerId="ADAL" clId="{4DBA5F2F-EE27-521D-BE3F-55C33E530F5C}" dt="2025-12-01T20:26:47.970" v="1257" actId="1076"/>
          <ac:graphicFrameMkLst>
            <pc:docMk/>
            <pc:sldMk cId="1741524046" sldId="279"/>
            <ac:graphicFrameMk id="31" creationId="{A23E41F5-6BDB-F9B8-9DF2-C0006C22FBFE}"/>
          </ac:graphicFrameMkLst>
        </pc:graphicFrameChg>
        <pc:cxnChg chg="del">
          <ac:chgData name="Vashisht, Eva" userId="c9381ce1-2d89-4a60-8469-3dd6821be91d" providerId="ADAL" clId="{4DBA5F2F-EE27-521D-BE3F-55C33E530F5C}" dt="2025-12-01T17:58:30.643" v="1042" actId="478"/>
          <ac:cxnSpMkLst>
            <pc:docMk/>
            <pc:sldMk cId="1741524046" sldId="279"/>
            <ac:cxnSpMk id="11" creationId="{D42BBB2C-2AC4-917C-5ADE-A1040D4DAB8A}"/>
          </ac:cxnSpMkLst>
        </pc:cxnChg>
        <pc:cxnChg chg="del">
          <ac:chgData name="Vashisht, Eva" userId="c9381ce1-2d89-4a60-8469-3dd6821be91d" providerId="ADAL" clId="{4DBA5F2F-EE27-521D-BE3F-55C33E530F5C}" dt="2025-12-01T17:58:30.643" v="1042" actId="478"/>
          <ac:cxnSpMkLst>
            <pc:docMk/>
            <pc:sldMk cId="1741524046" sldId="279"/>
            <ac:cxnSpMk id="18" creationId="{7C3DB288-65B0-FE4E-F0CE-A0922EDE0814}"/>
          </ac:cxnSpMkLst>
        </pc:cxnChg>
        <pc:cxnChg chg="del">
          <ac:chgData name="Vashisht, Eva" userId="c9381ce1-2d89-4a60-8469-3dd6821be91d" providerId="ADAL" clId="{4DBA5F2F-EE27-521D-BE3F-55C33E530F5C}" dt="2025-12-01T17:58:30.643" v="1042" actId="478"/>
          <ac:cxnSpMkLst>
            <pc:docMk/>
            <pc:sldMk cId="1741524046" sldId="279"/>
            <ac:cxnSpMk id="29" creationId="{A66E5C5C-0FDB-0506-77EF-43D37E807814}"/>
          </ac:cxnSpMkLst>
        </pc:cxnChg>
        <pc:cxnChg chg="del">
          <ac:chgData name="Vashisht, Eva" userId="c9381ce1-2d89-4a60-8469-3dd6821be91d" providerId="ADAL" clId="{4DBA5F2F-EE27-521D-BE3F-55C33E530F5C}" dt="2025-12-01T17:58:30.643" v="1042" actId="478"/>
          <ac:cxnSpMkLst>
            <pc:docMk/>
            <pc:sldMk cId="1741524046" sldId="279"/>
            <ac:cxnSpMk id="30" creationId="{FF2A9D47-95AB-4091-66D2-C0CA9F650AB0}"/>
          </ac:cxnSpMkLst>
        </pc:cxnChg>
        <pc:cxnChg chg="add mod">
          <ac:chgData name="Vashisht, Eva" userId="c9381ce1-2d89-4a60-8469-3dd6821be91d" providerId="ADAL" clId="{4DBA5F2F-EE27-521D-BE3F-55C33E530F5C}" dt="2025-12-01T20:30:12.480" v="1357" actId="208"/>
          <ac:cxnSpMkLst>
            <pc:docMk/>
            <pc:sldMk cId="1741524046" sldId="279"/>
            <ac:cxnSpMk id="36" creationId="{46C41B43-CADD-C218-C69C-FCE8346AB1A5}"/>
          </ac:cxnSpMkLst>
        </pc:cxnChg>
        <pc:cxnChg chg="add mod">
          <ac:chgData name="Vashisht, Eva" userId="c9381ce1-2d89-4a60-8469-3dd6821be91d" providerId="ADAL" clId="{4DBA5F2F-EE27-521D-BE3F-55C33E530F5C}" dt="2025-12-01T20:30:14.196" v="1358" actId="208"/>
          <ac:cxnSpMkLst>
            <pc:docMk/>
            <pc:sldMk cId="1741524046" sldId="279"/>
            <ac:cxnSpMk id="37" creationId="{D490561C-8F9B-BE2E-FA9B-F49FB714F365}"/>
          </ac:cxnSpMkLst>
        </pc:cxnChg>
        <pc:cxnChg chg="add mod">
          <ac:chgData name="Vashisht, Eva" userId="c9381ce1-2d89-4a60-8469-3dd6821be91d" providerId="ADAL" clId="{4DBA5F2F-EE27-521D-BE3F-55C33E530F5C}" dt="2025-12-01T20:30:15.904" v="1359" actId="208"/>
          <ac:cxnSpMkLst>
            <pc:docMk/>
            <pc:sldMk cId="1741524046" sldId="279"/>
            <ac:cxnSpMk id="38" creationId="{F9719D03-304B-FBE4-8EFF-472B1AB282FA}"/>
          </ac:cxnSpMkLst>
        </pc:cxnChg>
      </pc:sldChg>
      <pc:sldChg chg="addSp delSp modSp add mod">
        <pc:chgData name="Vashisht, Eva" userId="c9381ce1-2d89-4a60-8469-3dd6821be91d" providerId="ADAL" clId="{4DBA5F2F-EE27-521D-BE3F-55C33E530F5C}" dt="2025-12-01T21:27:34.914" v="2417" actId="255"/>
        <pc:sldMkLst>
          <pc:docMk/>
          <pc:sldMk cId="2436573204" sldId="280"/>
        </pc:sldMkLst>
        <pc:spChg chg="add mod">
          <ac:chgData name="Vashisht, Eva" userId="c9381ce1-2d89-4a60-8469-3dd6821be91d" providerId="ADAL" clId="{4DBA5F2F-EE27-521D-BE3F-55C33E530F5C}" dt="2025-12-01T21:21:56.622" v="1936" actId="1582"/>
          <ac:spMkLst>
            <pc:docMk/>
            <pc:sldMk cId="2436573204" sldId="280"/>
            <ac:spMk id="2" creationId="{D7F2E8DD-83F6-5022-A6B7-41929C4CC460}"/>
          </ac:spMkLst>
        </pc:spChg>
        <pc:spChg chg="mod">
          <ac:chgData name="Vashisht, Eva" userId="c9381ce1-2d89-4a60-8469-3dd6821be91d" providerId="ADAL" clId="{4DBA5F2F-EE27-521D-BE3F-55C33E530F5C}" dt="2025-12-01T21:19:35.820" v="1917" actId="14100"/>
          <ac:spMkLst>
            <pc:docMk/>
            <pc:sldMk cId="2436573204" sldId="280"/>
            <ac:spMk id="14" creationId="{B58B3B01-7842-5920-8831-DDDE3AED3958}"/>
          </ac:spMkLst>
        </pc:spChg>
        <pc:spChg chg="del">
          <ac:chgData name="Vashisht, Eva" userId="c9381ce1-2d89-4a60-8469-3dd6821be91d" providerId="ADAL" clId="{4DBA5F2F-EE27-521D-BE3F-55C33E530F5C}" dt="2025-12-01T21:19:41.128" v="1918" actId="478"/>
          <ac:spMkLst>
            <pc:docMk/>
            <pc:sldMk cId="2436573204" sldId="280"/>
            <ac:spMk id="15" creationId="{8F2CFE7D-B480-3E91-8186-22ABBC65E90B}"/>
          </ac:spMkLst>
        </pc:spChg>
        <pc:spChg chg="del">
          <ac:chgData name="Vashisht, Eva" userId="c9381ce1-2d89-4a60-8469-3dd6821be91d" providerId="ADAL" clId="{4DBA5F2F-EE27-521D-BE3F-55C33E530F5C}" dt="2025-12-01T21:19:43.066" v="1920" actId="478"/>
          <ac:spMkLst>
            <pc:docMk/>
            <pc:sldMk cId="2436573204" sldId="280"/>
            <ac:spMk id="16" creationId="{06AF2DE8-2D42-DFAA-E9FF-EEA25F8AF3D7}"/>
          </ac:spMkLst>
        </pc:spChg>
        <pc:spChg chg="del">
          <ac:chgData name="Vashisht, Eva" userId="c9381ce1-2d89-4a60-8469-3dd6821be91d" providerId="ADAL" clId="{4DBA5F2F-EE27-521D-BE3F-55C33E530F5C}" dt="2025-12-01T21:19:42.251" v="1919" actId="478"/>
          <ac:spMkLst>
            <pc:docMk/>
            <pc:sldMk cId="2436573204" sldId="280"/>
            <ac:spMk id="17" creationId="{CF22F726-A3AB-E725-263F-27B1366500B7}"/>
          </ac:spMkLst>
        </pc:spChg>
        <pc:spChg chg="del">
          <ac:chgData name="Vashisht, Eva" userId="c9381ce1-2d89-4a60-8469-3dd6821be91d" providerId="ADAL" clId="{4DBA5F2F-EE27-521D-BE3F-55C33E530F5C}" dt="2025-12-01T21:19:45.468" v="1921" actId="478"/>
          <ac:spMkLst>
            <pc:docMk/>
            <pc:sldMk cId="2436573204" sldId="280"/>
            <ac:spMk id="19" creationId="{11911065-E5F6-7003-F6A4-DD7B5BF3365A}"/>
          </ac:spMkLst>
        </pc:spChg>
        <pc:spChg chg="del">
          <ac:chgData name="Vashisht, Eva" userId="c9381ce1-2d89-4a60-8469-3dd6821be91d" providerId="ADAL" clId="{4DBA5F2F-EE27-521D-BE3F-55C33E530F5C}" dt="2025-12-01T21:19:45.468" v="1921" actId="478"/>
          <ac:spMkLst>
            <pc:docMk/>
            <pc:sldMk cId="2436573204" sldId="280"/>
            <ac:spMk id="21" creationId="{DA7064BA-CDCB-F940-744B-456AFB639926}"/>
          </ac:spMkLst>
        </pc:spChg>
        <pc:spChg chg="del">
          <ac:chgData name="Vashisht, Eva" userId="c9381ce1-2d89-4a60-8469-3dd6821be91d" providerId="ADAL" clId="{4DBA5F2F-EE27-521D-BE3F-55C33E530F5C}" dt="2025-12-01T21:19:45.468" v="1921" actId="478"/>
          <ac:spMkLst>
            <pc:docMk/>
            <pc:sldMk cId="2436573204" sldId="280"/>
            <ac:spMk id="23" creationId="{28F2CF11-C0F3-8ED2-3362-D1414D009953}"/>
          </ac:spMkLst>
        </pc:spChg>
        <pc:spChg chg="del">
          <ac:chgData name="Vashisht, Eva" userId="c9381ce1-2d89-4a60-8469-3dd6821be91d" providerId="ADAL" clId="{4DBA5F2F-EE27-521D-BE3F-55C33E530F5C}" dt="2025-12-01T21:19:45.468" v="1921" actId="478"/>
          <ac:spMkLst>
            <pc:docMk/>
            <pc:sldMk cId="2436573204" sldId="280"/>
            <ac:spMk id="24" creationId="{F78E1B3A-2A72-A4F3-2B4F-B7372D5D737A}"/>
          </ac:spMkLst>
        </pc:spChg>
        <pc:spChg chg="del">
          <ac:chgData name="Vashisht, Eva" userId="c9381ce1-2d89-4a60-8469-3dd6821be91d" providerId="ADAL" clId="{4DBA5F2F-EE27-521D-BE3F-55C33E530F5C}" dt="2025-12-01T21:19:45.468" v="1921" actId="478"/>
          <ac:spMkLst>
            <pc:docMk/>
            <pc:sldMk cId="2436573204" sldId="280"/>
            <ac:spMk id="25" creationId="{9C47BB24-2D97-4195-B39E-126A3818E7CE}"/>
          </ac:spMkLst>
        </pc:spChg>
        <pc:spChg chg="del">
          <ac:chgData name="Vashisht, Eva" userId="c9381ce1-2d89-4a60-8469-3dd6821be91d" providerId="ADAL" clId="{4DBA5F2F-EE27-521D-BE3F-55C33E530F5C}" dt="2025-12-01T21:19:45.468" v="1921" actId="478"/>
          <ac:spMkLst>
            <pc:docMk/>
            <pc:sldMk cId="2436573204" sldId="280"/>
            <ac:spMk id="26" creationId="{119B552E-5B0C-4976-CBE4-EE6F7259DFEE}"/>
          </ac:spMkLst>
        </pc:spChg>
        <pc:graphicFrameChg chg="add mod modGraphic">
          <ac:chgData name="Vashisht, Eva" userId="c9381ce1-2d89-4a60-8469-3dd6821be91d" providerId="ADAL" clId="{4DBA5F2F-EE27-521D-BE3F-55C33E530F5C}" dt="2025-12-01T21:27:34.914" v="2417" actId="255"/>
          <ac:graphicFrameMkLst>
            <pc:docMk/>
            <pc:sldMk cId="2436573204" sldId="280"/>
            <ac:graphicFrameMk id="3" creationId="{9901161B-D472-65B8-6477-36C035306F0F}"/>
          </ac:graphicFrameMkLst>
        </pc:graphicFrameChg>
      </pc:sldChg>
      <pc:sldChg chg="addSp delSp modSp add mod">
        <pc:chgData name="Vashisht, Eva" userId="c9381ce1-2d89-4a60-8469-3dd6821be91d" providerId="ADAL" clId="{4DBA5F2F-EE27-521D-BE3F-55C33E530F5C}" dt="2025-12-01T21:44:49.609" v="2472" actId="208"/>
        <pc:sldMkLst>
          <pc:docMk/>
          <pc:sldMk cId="3902150470" sldId="281"/>
        </pc:sldMkLst>
        <pc:spChg chg="del mod">
          <ac:chgData name="Vashisht, Eva" userId="c9381ce1-2d89-4a60-8469-3dd6821be91d" providerId="ADAL" clId="{4DBA5F2F-EE27-521D-BE3F-55C33E530F5C}" dt="2025-12-01T21:31:35.607" v="2435" actId="478"/>
          <ac:spMkLst>
            <pc:docMk/>
            <pc:sldMk cId="3902150470" sldId="281"/>
            <ac:spMk id="2" creationId="{4D828F8C-CC75-082A-948A-97A9A0CA4686}"/>
          </ac:spMkLst>
        </pc:spChg>
        <pc:spChg chg="add mod">
          <ac:chgData name="Vashisht, Eva" userId="c9381ce1-2d89-4a60-8469-3dd6821be91d" providerId="ADAL" clId="{4DBA5F2F-EE27-521D-BE3F-55C33E530F5C}" dt="2025-12-01T21:32:46.323" v="2469" actId="20577"/>
          <ac:spMkLst>
            <pc:docMk/>
            <pc:sldMk cId="3902150470" sldId="281"/>
            <ac:spMk id="6" creationId="{3FD5C713-9974-B8B8-6DEE-F6A31199BA86}"/>
          </ac:spMkLst>
        </pc:spChg>
        <pc:spChg chg="mod">
          <ac:chgData name="Vashisht, Eva" userId="c9381ce1-2d89-4a60-8469-3dd6821be91d" providerId="ADAL" clId="{4DBA5F2F-EE27-521D-BE3F-55C33E530F5C}" dt="2025-12-01T21:31:27.083" v="2432" actId="14100"/>
          <ac:spMkLst>
            <pc:docMk/>
            <pc:sldMk cId="3902150470" sldId="281"/>
            <ac:spMk id="14" creationId="{D4B322EF-57B5-78DC-7486-9A672466273A}"/>
          </ac:spMkLst>
        </pc:spChg>
        <pc:graphicFrameChg chg="del">
          <ac:chgData name="Vashisht, Eva" userId="c9381ce1-2d89-4a60-8469-3dd6821be91d" providerId="ADAL" clId="{4DBA5F2F-EE27-521D-BE3F-55C33E530F5C}" dt="2025-12-01T21:31:31.315" v="2433" actId="478"/>
          <ac:graphicFrameMkLst>
            <pc:docMk/>
            <pc:sldMk cId="3902150470" sldId="281"/>
            <ac:graphicFrameMk id="3" creationId="{FC9B1F3E-8CB4-25F3-DB0A-A1E71A36D406}"/>
          </ac:graphicFrameMkLst>
        </pc:graphicFrameChg>
        <pc:cxnChg chg="mod">
          <ac:chgData name="Vashisht, Eva" userId="c9381ce1-2d89-4a60-8469-3dd6821be91d" providerId="ADAL" clId="{4DBA5F2F-EE27-521D-BE3F-55C33E530F5C}" dt="2025-12-01T21:44:49.609" v="2472" actId="208"/>
          <ac:cxnSpMkLst>
            <pc:docMk/>
            <pc:sldMk cId="3902150470" sldId="281"/>
            <ac:cxnSpMk id="12" creationId="{AEF6D92D-B913-AECB-2D12-DD1392C9F04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284954-9791-9243-8D9A-83C1B8968E95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591EA-5938-D64E-A620-DF043F04C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58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44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510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39A2B-D6A4-5721-54FE-280FAA12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6C39D-4237-9692-45D7-380B528C3F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BD482C-4A20-09D9-C693-DD03CEE37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479F9-CFFB-ED1F-70C0-A510FE260C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1175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D60F1-D213-2A2D-6B68-CB559238B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4F96A-674A-3A8E-A6C7-EDC5EB49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7EE6F-DC42-065D-BF94-50DECA197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53E0F-AB59-1FF6-8745-5D4C04087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95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545F7E-D7D0-E24C-4A60-62AB51426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211DC-C3DB-AC7C-02EE-699ED29BC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36B7F3-0C14-2C76-215E-5AEB8CC06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C816E3-4F5A-F0F9-6A8E-C9CDF48B6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1387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E87EC-3EF4-502B-ED17-BC18BD557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D2A21-A16A-4532-8C5C-74A42CC5C8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04F1E-D8D4-2267-2FDC-08754D883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86F494-3158-C159-E351-6DC4E6341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617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2DAB0-7937-E254-4E31-92C01D34D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A78B5-62D9-DE88-988F-AB58DEA35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0F1828-82CE-2FD4-F834-ACDCE73DA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278ED1-D44A-8EC3-0596-84548B4F9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55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6F006-ADE8-E7DE-659C-824E00DFF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FA50A1-ACB9-257D-FF70-91C6E3E0B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8D2E13-4EC1-6218-79EE-24BE5948A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A9FA8-D8C0-397E-C525-3B0A22BDE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6768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A7BB6-299E-E4F4-0BD9-4D6F37D7E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3F8F7-087C-EBE1-1459-6C8A7FB961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68AA8-BF94-6F7B-D781-FEC7864AB7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628BF-8A28-5144-7E6E-E5C60A87D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53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7F315-802D-78C1-6D87-91CC2C748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F13A4-1BE3-9D79-4F32-8C664E429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D38B8-26F2-B57E-6EB5-6BDE1AC562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893A1-5654-FB02-42A9-69C1CA0E65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758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107F3-13F8-6BA1-D2F8-713E5F4CE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9C6109-843D-94F3-3130-B86E8395A0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673E5-5936-C030-5048-06895B786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EAAF5-1125-458F-B9D5-63B9BE624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3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B66F2-7084-EBED-856D-68389DAD3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CA5DBB-F76C-DB2D-7DE8-AF2108C56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25AB9-A431-E381-628E-054B7CF22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D0297-8E17-3B9F-19E5-7DA8CC6C90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049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E04B-EDAA-D3C9-962A-84B546769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4001C6-2AE8-2AC0-A204-5074C94D1B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FE8C3E-C1B8-6DC7-6E24-8E91CA6CA9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444C7D-D715-0A4D-8FB5-902D33923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236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66052-F011-FEAE-81C2-E99938521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A099A-1B08-CD9E-729C-7DB5EC568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CDD63-A9A9-3005-C645-772EE1FD7B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81125-E9F7-776E-D43E-DD110FA005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9755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6D27C-EABB-2DA2-73F9-765DB1115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A41787-8D12-03CD-4760-8716455AB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8DE7D-B4D9-7480-848B-BCB8B0CE8A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9FE8B-8DF8-4058-9AD2-6EAE577FB3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591EA-5938-D64E-A620-DF043F04C7E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2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BF22F-3FD4-8691-6251-1D19551D0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B5562-D289-FEA6-2FEA-3284C5083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BAB62-0FE9-8C23-844B-9076F7F31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37B5E-D4C9-6D47-97E7-3DDD0E33D3EE}" type="datetime1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18AFA-DC63-FA98-D453-67AA5ED74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6DB44-D0BD-9C9A-7976-9B58A13E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923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411C0-C04F-5FE9-BFEB-3227197E0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7C165-93C8-6E7D-3114-5E5930495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C07B64-2879-56BD-D008-380620F3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8A783-ACBD-D840-8472-E3B5D6DB6B5F}" type="datetime1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A5B93-4AF8-D7B7-AF2A-CE62B9B97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6CCA0-04A0-15DA-697B-1B96EDBD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58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F931-80F7-3662-8E3F-7D436738E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35189-14D6-2E4B-A80D-D0854482A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08FBE-BA0B-956A-DDFC-E03C2E867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E97D1-7D3B-6A4A-8CA4-9575EAFF0240}" type="datetime1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D1AE7-46E5-EF4E-52F8-FDC16825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37F75-F567-7A6B-2050-20195788C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58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9B37-6862-3E4C-D10E-BCC6155B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71269-4D62-06DA-7308-5F2612D7F4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B4C0A-47A6-FE5B-049E-3E46BCF4F5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BD8F05-FE4C-B1CC-9F93-D6DCA9B79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09F22-7F95-AE48-B989-2121F6183608}" type="datetime1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A00F3B-93A1-781F-3825-2364CBAA1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5F5AC-CCA6-C3CF-CAF7-B8E3BBD0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812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4C8F-820B-B430-FB55-C00BD765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1A0F3-EE2F-BD86-92C6-CB53837FF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61E7EA-BFD7-2487-0EC3-81B39FD11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061E9B-9E9A-7DAB-7122-F5C48B33C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B3FCBF-AC5E-C2D2-CE20-39610ABA7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7CAC9F-4E56-428D-1E07-7BAA4FAC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76CEEA-87B8-0343-84AF-350BF0820ECE}" type="datetime1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98DE0F-04C4-AC0E-9B4A-4377B38B7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6222B-C243-810B-FB61-856D47026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81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93B8-08F4-9264-5206-CDD40F0E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AC0EAC-68F4-315F-E387-151BC98B1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F86110-1EE3-C540-8BD8-AE72E7AAA9E1}" type="datetime1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950977-AA35-B461-D9D9-196F14501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2E456-1F53-94A5-251A-5E8AAA20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824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6F94F2-675B-CF6D-4AB8-35328B6E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E3E89-AE3D-5749-9F58-491CC6DDCD4B}" type="datetime1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202C8-8BE4-3C02-EB16-726A5601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C5A167-5CBE-D97D-84C9-EAF8AA58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43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A6DA-F096-8867-C0EE-44E3C62F3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1DF32-2C0E-4B0A-9FC8-1D9C66E12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B0A58-6B28-AD8F-EB4D-FDAC05F112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6C18D1-D3BA-72D8-400B-BBC15A3A5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2BF98-1C41-E64D-AE7D-748D062DE484}" type="datetime1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215D8-BBCF-5647-BBD2-B07DD683E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883E55-108E-F0B9-7CB0-A49CDF16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38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A424-3E31-786D-AC96-24AA98350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072902-45A7-FC40-BBFD-3F3123811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E5DF6-9E12-93A8-C41C-77FB320D5D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3913F-9C81-E4E3-E09A-75DED057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87851-CB43-AB4F-ABD5-8E64A46E1095}" type="datetime1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DC957-6D20-7F6C-F46D-F47131473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080C7B-F7A7-42D9-4256-D57E0C36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27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D7A33-D1F4-3352-B820-B0C230065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871AEA-7307-AD54-6215-A1A0774AA7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BD0B00-20ED-F4F0-131B-D9851005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E2B3E-1AB5-1949-89C1-FDC33E68073E}" type="datetime1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7DE079-FF0D-2C72-77C4-4F625FCC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4917A-D279-ABEB-62BF-5C173668B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965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DA8DAD-DEB5-1ED9-A9E4-B7F8ED0AD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27E79-26FD-DB99-735C-BBC6400C2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908AB-8F83-0A6A-FDC2-B13E89606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DA614-A868-3040-9769-9B26F0C0F370}" type="datetime1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90DF6-9EAB-5150-BF26-891DC0591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85CAC-6A3A-20AB-ED57-502496AC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353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8052BA-979B-2FE8-C845-13E96E0E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9AAB84-AB43-64BD-2E60-D8D726193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9B5EA-CFE2-9A74-2B7F-65A01EF285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069497-AF26-8B4B-8EA0-90B5C518FD3C}" type="datetime1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36399-85FE-C3D1-50D6-1CB76ECA1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D865B8-93EA-C8BF-3658-A3628CFF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F0EFCC-1059-DB4C-ACF8-9275869D0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41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C62F9-ADDC-FB15-7B75-71844EF19A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355" y="1076911"/>
            <a:ext cx="5089864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</a:t>
            </a:r>
            <a:br>
              <a:rPr lang="en-US" b="1" dirty="0">
                <a:solidFill>
                  <a:srgbClr val="8F5A3A"/>
                </a:solidFill>
                <a:latin typeface="PT Serif Caption" panose="02060603050505020204" pitchFamily="18" charset="77"/>
              </a:rPr>
            </a:br>
            <a:r>
              <a:rPr lang="en-US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Impact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361CAA-6440-7600-3BAB-DF3C2B2A3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9749" y="3854125"/>
            <a:ext cx="3500761" cy="4172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December 02, 2025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724A7E-7D7C-4CEC-19F1-0A50CE315411}"/>
              </a:ext>
            </a:extLst>
          </p:cNvPr>
          <p:cNvSpPr/>
          <p:nvPr/>
        </p:nvSpPr>
        <p:spPr>
          <a:xfrm>
            <a:off x="0" y="6062133"/>
            <a:ext cx="12192000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B9F804B-E748-6F4E-D50D-C9BE5B58D3E1}"/>
              </a:ext>
            </a:extLst>
          </p:cNvPr>
          <p:cNvCxnSpPr>
            <a:cxnSpLocks/>
          </p:cNvCxnSpPr>
          <p:nvPr/>
        </p:nvCxnSpPr>
        <p:spPr>
          <a:xfrm>
            <a:off x="6107836" y="1083076"/>
            <a:ext cx="0" cy="23814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000B6994-C356-3B3E-1B6B-F9EB62DF3AE1}"/>
              </a:ext>
            </a:extLst>
          </p:cNvPr>
          <p:cNvSpPr txBox="1">
            <a:spLocks/>
          </p:cNvSpPr>
          <p:nvPr/>
        </p:nvSpPr>
        <p:spPr>
          <a:xfrm>
            <a:off x="6382305" y="1172308"/>
            <a:ext cx="5089864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>
                <a:latin typeface="PT Serif Caption" panose="02060603050505020204" pitchFamily="18" charset="77"/>
              </a:rPr>
              <a:t>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A10963-C77B-BB33-CFDF-797C9E4D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1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2E97912-154E-8B56-78B6-7770CFB13D3B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</p:spTree>
    <p:extLst>
      <p:ext uri="{BB962C8B-B14F-4D97-AF65-F5344CB8AC3E}">
        <p14:creationId xmlns:p14="http://schemas.microsoft.com/office/powerpoint/2010/main" val="99307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19D42-188F-53A3-6923-EFF28AA8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745DF-034C-A8CE-CE0A-CEBAE634E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94C9D-0FE4-2BAD-C90A-A05078BB155A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38B9566-7BDD-24ED-1BEB-F33B37AB19D7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4172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5A2DB645-5F4E-086F-8A45-4EB422F72FA2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7D07DBE-83B7-6F7B-BE32-8E263BDF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2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054852A-3B31-6A01-6858-D1BC055E5355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E9BC29C-1BD1-C317-73E2-116735E99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1282" y="1664602"/>
            <a:ext cx="6418553" cy="938994"/>
          </a:xfrm>
        </p:spPr>
        <p:txBody>
          <a:bodyPr>
            <a:normAutofit fontScale="97500"/>
          </a:bodyPr>
          <a:lstStyle/>
          <a:p>
            <a:r>
              <a:rPr lang="en-US" sz="5400" b="1" dirty="0">
                <a:latin typeface="PT Serif Caption" panose="02060603050505020204" pitchFamily="18" charset="77"/>
              </a:rPr>
              <a:t>Business Problem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B0A150-3771-096B-4E0C-3992267935AB}"/>
              </a:ext>
            </a:extLst>
          </p:cNvPr>
          <p:cNvSpPr txBox="1"/>
          <p:nvPr/>
        </p:nvSpPr>
        <p:spPr>
          <a:xfrm>
            <a:off x="1513835" y="3511527"/>
            <a:ext cx="362209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T Serif Caption" panose="02060603050505020204" pitchFamily="18" charset="77"/>
              </a:rPr>
              <a:t>Business Problem</a:t>
            </a:r>
          </a:p>
          <a:p>
            <a:endParaRPr lang="en-US" sz="1000" dirty="0">
              <a:latin typeface="PT Serif Caption" panose="02060603050505020204" pitchFamily="18" charset="77"/>
            </a:endParaRPr>
          </a:p>
          <a:p>
            <a:r>
              <a:rPr lang="en-US" dirty="0">
                <a:latin typeface="PT Serif Caption" panose="02060603050505020204" pitchFamily="18" charset="77"/>
              </a:rPr>
              <a:t>Approach</a:t>
            </a:r>
          </a:p>
          <a:p>
            <a:endParaRPr lang="en-US" sz="1000" dirty="0">
              <a:latin typeface="PT Serif Caption" panose="02060603050505020204" pitchFamily="18" charset="77"/>
            </a:endParaRPr>
          </a:p>
          <a:p>
            <a:r>
              <a:rPr lang="en-US" dirty="0">
                <a:latin typeface="PT Serif Caption" panose="02060603050505020204" pitchFamily="18" charset="77"/>
              </a:rPr>
              <a:t>Key Metrics</a:t>
            </a:r>
          </a:p>
          <a:p>
            <a:endParaRPr lang="en-US" sz="1000" dirty="0">
              <a:latin typeface="PT Serif Caption" panose="02060603050505020204" pitchFamily="18" charset="77"/>
            </a:endParaRPr>
          </a:p>
          <a:p>
            <a:r>
              <a:rPr lang="en-US" dirty="0">
                <a:latin typeface="PT Serif Caption" panose="02060603050505020204" pitchFamily="18" charset="77"/>
              </a:rPr>
              <a:t>Insights &amp; Recommendations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A7152735-71AC-5850-656F-9447B2E928F6}"/>
              </a:ext>
            </a:extLst>
          </p:cNvPr>
          <p:cNvSpPr/>
          <p:nvPr/>
        </p:nvSpPr>
        <p:spPr>
          <a:xfrm rot="5400000">
            <a:off x="1209196" y="3576255"/>
            <a:ext cx="186431" cy="204186"/>
          </a:xfrm>
          <a:prstGeom prst="triangle">
            <a:avLst/>
          </a:prstGeom>
          <a:solidFill>
            <a:srgbClr val="8F5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B3FA3B-E05A-040C-FE41-7F23509C8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341807-37D2-CE7A-5963-8F845921C392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2896DF0-A112-8AB2-0B47-38F0BBEE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3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A2BF2D8-2188-A47D-CC07-65EA234EFC2F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BCF5DE-28D2-9382-8B87-CF7542FAF5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499551"/>
              </p:ext>
            </p:extLst>
          </p:nvPr>
        </p:nvGraphicFramePr>
        <p:xfrm>
          <a:off x="1092205" y="1583265"/>
          <a:ext cx="9587599" cy="32495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587599">
                  <a:extLst>
                    <a:ext uri="{9D8B030D-6E8A-4147-A177-3AD203B41FA5}">
                      <a16:colId xmlns:a16="http://schemas.microsoft.com/office/drawing/2014/main" val="2164665073"/>
                    </a:ext>
                  </a:extLst>
                </a:gridCol>
              </a:tblGrid>
              <a:tr h="401086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rgbClr val="8F5A3A"/>
                          </a:solidFill>
                          <a:latin typeface="PT Serif Caption" panose="02060603050505020204" pitchFamily="18" charset="77"/>
                        </a:rPr>
                        <a:t>Problem Statement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89372"/>
                  </a:ext>
                </a:extLst>
              </a:tr>
              <a:tr h="1136411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Customer churn has begun reducing revenue stability and creating uncertainty in planning. While acquisition remains steady, a subset of existing customers becomes inactive or leaves, making it challenging to understand true revenue potential.</a:t>
                      </a:r>
                    </a:p>
                    <a:p>
                      <a:endParaRPr lang="en-US" sz="800" b="0" i="0" dirty="0">
                        <a:latin typeface="PT Serif Caption" panose="02060603050505020204" pitchFamily="18" charset="77"/>
                      </a:endParaRP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43947774"/>
                  </a:ext>
                </a:extLst>
              </a:tr>
              <a:tr h="401371"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rgbClr val="8F5A3A"/>
                          </a:solidFill>
                          <a:latin typeface="PT Serif Caption" panose="02060603050505020204" pitchFamily="18" charset="77"/>
                        </a:rPr>
                        <a:t>Why It Matters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288462"/>
                  </a:ext>
                </a:extLst>
              </a:tr>
              <a:tr h="1136411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Churn influences revenue predictability, customer lifetime value, forecasting accuracy, and growth strategy. Leadership needs clarity on which customers are leaving, why they churn, and how quickly the business must intervene.</a:t>
                      </a:r>
                    </a:p>
                    <a:p>
                      <a:endParaRPr lang="en-US" sz="800" b="0" i="0" dirty="0">
                        <a:latin typeface="PT Serif Caption" panose="02060603050505020204" pitchFamily="18" charset="77"/>
                      </a:endParaRP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97679439"/>
                  </a:ext>
                </a:extLst>
              </a:tr>
            </a:tbl>
          </a:graphicData>
        </a:graphic>
      </p:graphicFrame>
      <p:sp>
        <p:nvSpPr>
          <p:cNvPr id="12" name="Title 1">
            <a:extLst>
              <a:ext uri="{FF2B5EF4-FFF2-40B4-BE49-F238E27FC236}">
                <a16:creationId xmlns:a16="http://schemas.microsoft.com/office/drawing/2014/main" id="{10A4A48B-DB41-E388-758E-534376991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B09C80-BA99-D6BB-7BBA-F64F936CA38C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714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6430929B-3474-D5FE-9286-F342205817B7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0BCAF2-EFF4-5A85-C19E-6C33A1604D41}"/>
              </a:ext>
            </a:extLst>
          </p:cNvPr>
          <p:cNvSpPr txBox="1"/>
          <p:nvPr/>
        </p:nvSpPr>
        <p:spPr>
          <a:xfrm>
            <a:off x="8317604" y="657365"/>
            <a:ext cx="2319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</a:rPr>
              <a:t>Business Problem</a:t>
            </a:r>
          </a:p>
        </p:txBody>
      </p:sp>
    </p:spTree>
    <p:extLst>
      <p:ext uri="{BB962C8B-B14F-4D97-AF65-F5344CB8AC3E}">
        <p14:creationId xmlns:p14="http://schemas.microsoft.com/office/powerpoint/2010/main" val="3607758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C65EB7-3F6D-25ED-2F03-974C5CF58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40C0D5C-D8F1-E9F2-ADE1-3AC44FD31DC0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487DE42-0CA5-17CB-9BFA-307E0BF0B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4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757BBF8-BA5D-CB70-D487-B7687EA71504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197E775-1BBD-2553-22C7-1006E119D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1282" y="1664602"/>
            <a:ext cx="5971713" cy="795867"/>
          </a:xfrm>
        </p:spPr>
        <p:txBody>
          <a:bodyPr>
            <a:normAutofit fontScale="97500" lnSpcReduction="10000"/>
          </a:bodyPr>
          <a:lstStyle/>
          <a:p>
            <a:r>
              <a:rPr lang="en-US" sz="5400" b="1">
                <a:latin typeface="PT Serif Caption" panose="02060603050505020204" pitchFamily="18" charset="77"/>
              </a:rPr>
              <a:t>Approach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DFBFD4-0EBF-16D9-CE58-19D53D1021C2}"/>
              </a:ext>
            </a:extLst>
          </p:cNvPr>
          <p:cNvSpPr txBox="1"/>
          <p:nvPr/>
        </p:nvSpPr>
        <p:spPr>
          <a:xfrm>
            <a:off x="1513835" y="3511527"/>
            <a:ext cx="362209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  <a:cs typeface="Calibri" panose="020F0502020204030204" pitchFamily="34" charset="0"/>
              </a:rPr>
              <a:t>Objective</a:t>
            </a:r>
          </a:p>
          <a:p>
            <a:endParaRPr lang="en-US" sz="1000" dirty="0">
              <a:latin typeface="PT Serif Caption" panose="02060603050505020204" pitchFamily="18" charset="77"/>
              <a:cs typeface="Calibri" panose="020F0502020204030204" pitchFamily="34" charset="0"/>
            </a:endParaRPr>
          </a:p>
          <a:p>
            <a:r>
              <a:rPr lang="en-US" b="1" dirty="0">
                <a:latin typeface="PT Serif Caption" panose="02060603050505020204" pitchFamily="18" charset="77"/>
                <a:cs typeface="Calibri" panose="020F0502020204030204" pitchFamily="34" charset="0"/>
              </a:rPr>
              <a:t>Approach</a:t>
            </a:r>
          </a:p>
          <a:p>
            <a:endParaRPr lang="en-US" sz="1000" dirty="0">
              <a:latin typeface="PT Serif Caption" panose="02060603050505020204" pitchFamily="18" charset="77"/>
              <a:cs typeface="Calibri" panose="020F0502020204030204" pitchFamily="34" charset="0"/>
            </a:endParaRPr>
          </a:p>
          <a:p>
            <a:r>
              <a:rPr lang="en-US" dirty="0">
                <a:latin typeface="PT Serif Caption" panose="02060603050505020204" pitchFamily="18" charset="77"/>
                <a:cs typeface="Calibri" panose="020F0502020204030204" pitchFamily="34" charset="0"/>
              </a:rPr>
              <a:t>Key Metrics</a:t>
            </a:r>
          </a:p>
          <a:p>
            <a:endParaRPr lang="en-US" sz="1000" dirty="0">
              <a:latin typeface="PT Serif Caption" panose="02060603050505020204" pitchFamily="18" charset="77"/>
              <a:cs typeface="Calibri" panose="020F0502020204030204" pitchFamily="34" charset="0"/>
            </a:endParaRPr>
          </a:p>
          <a:p>
            <a:r>
              <a:rPr lang="en-US" dirty="0">
                <a:latin typeface="PT Serif Caption" panose="02060603050505020204" pitchFamily="18" charset="77"/>
              </a:rPr>
              <a:t>Insights &amp; Recommendations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10978AF1-9FDE-C475-E1FF-ED55C7B8009D}"/>
              </a:ext>
            </a:extLst>
          </p:cNvPr>
          <p:cNvSpPr/>
          <p:nvPr/>
        </p:nvSpPr>
        <p:spPr>
          <a:xfrm rot="5400000">
            <a:off x="1219135" y="3982437"/>
            <a:ext cx="186431" cy="204186"/>
          </a:xfrm>
          <a:prstGeom prst="triangle">
            <a:avLst/>
          </a:prstGeom>
          <a:solidFill>
            <a:srgbClr val="8F5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34D5BCC-6E36-199A-B304-1AE73992B9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C9CAC5-9A09-79BB-DC56-81E02ACE0150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4172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B0A9E08B-E83A-1300-B360-23ED93762E7D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160697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21E88A-A641-0254-D04C-70A9C8EA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4977FB-8F53-0404-96B8-0D67BC53E3A5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72BBC51-C687-3EB4-4501-C765794B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5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4A3B4BA-F1FA-6948-D3A3-73C0A1F58B18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CA43CC-E27F-106E-A905-571AB112E7B4}"/>
              </a:ext>
            </a:extLst>
          </p:cNvPr>
          <p:cNvSpPr/>
          <p:nvPr/>
        </p:nvSpPr>
        <p:spPr>
          <a:xfrm>
            <a:off x="618064" y="1938866"/>
            <a:ext cx="2108200" cy="1981200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PT Serif Caption" panose="02060603050505020204" pitchFamily="18" charset="77"/>
              </a:rPr>
              <a:t>Define Churn Criteria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53CFD2-4605-5419-9281-6E0850E26351}"/>
              </a:ext>
            </a:extLst>
          </p:cNvPr>
          <p:cNvSpPr/>
          <p:nvPr/>
        </p:nvSpPr>
        <p:spPr>
          <a:xfrm>
            <a:off x="3356166" y="1938867"/>
            <a:ext cx="2108200" cy="1981199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PT Serif Caption" panose="02060603050505020204" pitchFamily="18" charset="77"/>
              </a:rPr>
              <a:t>Segment Customer</a:t>
            </a: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PT Serif Caption" panose="02060603050505020204" pitchFamily="18" charset="77"/>
              </a:rPr>
              <a:t>(by tenure, region, product, and plan)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22CB93-5B38-3B73-78DF-1036AE467F1E}"/>
              </a:ext>
            </a:extLst>
          </p:cNvPr>
          <p:cNvSpPr/>
          <p:nvPr/>
        </p:nvSpPr>
        <p:spPr>
          <a:xfrm>
            <a:off x="6094268" y="1938868"/>
            <a:ext cx="2108200" cy="1981198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PT Serif Caption" panose="02060603050505020204" pitchFamily="18" charset="77"/>
              </a:rPr>
              <a:t>Analyze Behavior &amp; </a:t>
            </a: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PT Serif Caption" panose="02060603050505020204" pitchFamily="18" charset="77"/>
              </a:rPr>
              <a:t>Revenue Patterns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BAB824-3104-3862-CA8C-62737AF82B25}"/>
              </a:ext>
            </a:extLst>
          </p:cNvPr>
          <p:cNvSpPr/>
          <p:nvPr/>
        </p:nvSpPr>
        <p:spPr>
          <a:xfrm>
            <a:off x="8846939" y="1938869"/>
            <a:ext cx="2108197" cy="1981197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PT Serif Caption" panose="02060603050505020204" pitchFamily="18" charset="77"/>
              </a:rPr>
              <a:t>Quantify Revenue At Risk </a:t>
            </a: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PT Serif Caption" panose="02060603050505020204" pitchFamily="18" charset="77"/>
              </a:rPr>
              <a:t>+ </a:t>
            </a:r>
          </a:p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PT Serif Caption" panose="02060603050505020204" pitchFamily="18" charset="77"/>
              </a:rPr>
              <a:t>Outline Strategic Actions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391BD7D-3614-01F1-9076-13FF8E1E8D5B}"/>
              </a:ext>
            </a:extLst>
          </p:cNvPr>
          <p:cNvCxnSpPr>
            <a:stCxn id="3" idx="3"/>
            <a:endCxn id="10" idx="1"/>
          </p:cNvCxnSpPr>
          <p:nvPr/>
        </p:nvCxnSpPr>
        <p:spPr>
          <a:xfrm>
            <a:off x="2726264" y="2929466"/>
            <a:ext cx="6299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EEC7B2-9D51-9CC9-A22F-E7DB41BFDF29}"/>
              </a:ext>
            </a:extLst>
          </p:cNvPr>
          <p:cNvCxnSpPr/>
          <p:nvPr/>
        </p:nvCxnSpPr>
        <p:spPr>
          <a:xfrm>
            <a:off x="5464366" y="2929466"/>
            <a:ext cx="6299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63527E6-3DB3-F223-1190-11A1074F1875}"/>
              </a:ext>
            </a:extLst>
          </p:cNvPr>
          <p:cNvCxnSpPr/>
          <p:nvPr/>
        </p:nvCxnSpPr>
        <p:spPr>
          <a:xfrm>
            <a:off x="8202468" y="2929465"/>
            <a:ext cx="62990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itle 1">
            <a:extLst>
              <a:ext uri="{FF2B5EF4-FFF2-40B4-BE49-F238E27FC236}">
                <a16:creationId xmlns:a16="http://schemas.microsoft.com/office/drawing/2014/main" id="{7130C32A-6C0F-7BD5-1316-BF8A3456F2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55E0F00-BF1B-3CA7-2045-A824EAAB63CB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714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1">
            <a:extLst>
              <a:ext uri="{FF2B5EF4-FFF2-40B4-BE49-F238E27FC236}">
                <a16:creationId xmlns:a16="http://schemas.microsoft.com/office/drawing/2014/main" id="{1BD221E9-78DC-7E65-1156-6962B2919FBC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0B59A9-4B5B-98B3-BA70-DCB15A8DD829}"/>
              </a:ext>
            </a:extLst>
          </p:cNvPr>
          <p:cNvSpPr txBox="1"/>
          <p:nvPr/>
        </p:nvSpPr>
        <p:spPr>
          <a:xfrm>
            <a:off x="9245600" y="657365"/>
            <a:ext cx="1391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</a:rPr>
              <a:t>Approach</a:t>
            </a:r>
          </a:p>
        </p:txBody>
      </p:sp>
    </p:spTree>
    <p:extLst>
      <p:ext uri="{BB962C8B-B14F-4D97-AF65-F5344CB8AC3E}">
        <p14:creationId xmlns:p14="http://schemas.microsoft.com/office/powerpoint/2010/main" val="130367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972759-74D9-8732-A41F-387FF795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F78F2D-25F8-997F-D58C-1D235B96FC1B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4A2195-8846-1D1B-773D-A28F48310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6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B995D20-6174-DF2B-89F7-B723A5EF36DD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FEEF090-10C9-7D18-AE76-AEB98DCD79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1282" y="1664602"/>
            <a:ext cx="5971713" cy="795867"/>
          </a:xfrm>
        </p:spPr>
        <p:txBody>
          <a:bodyPr>
            <a:normAutofit fontScale="97500" lnSpcReduction="10000"/>
          </a:bodyPr>
          <a:lstStyle/>
          <a:p>
            <a:r>
              <a:rPr lang="en-US" sz="5400" b="1" dirty="0">
                <a:latin typeface="PT Serif Caption" panose="02060603050505020204" pitchFamily="18" charset="77"/>
              </a:rPr>
              <a:t>Key Metrics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134B8C-BF4C-0453-6953-033E8E49D53E}"/>
              </a:ext>
            </a:extLst>
          </p:cNvPr>
          <p:cNvSpPr txBox="1"/>
          <p:nvPr/>
        </p:nvSpPr>
        <p:spPr>
          <a:xfrm>
            <a:off x="1513835" y="3511527"/>
            <a:ext cx="362209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  <a:cs typeface="Calibri" panose="020F0502020204030204" pitchFamily="34" charset="0"/>
              </a:rPr>
              <a:t>Objective</a:t>
            </a:r>
          </a:p>
          <a:p>
            <a:endParaRPr lang="en-US" sz="1000" dirty="0">
              <a:latin typeface="PT Serif Caption" panose="02060603050505020204" pitchFamily="18" charset="77"/>
              <a:cs typeface="Calibri" panose="020F0502020204030204" pitchFamily="34" charset="0"/>
            </a:endParaRPr>
          </a:p>
          <a:p>
            <a:r>
              <a:rPr lang="en-US" dirty="0">
                <a:latin typeface="PT Serif Caption" panose="02060603050505020204" pitchFamily="18" charset="77"/>
                <a:cs typeface="Calibri" panose="020F0502020204030204" pitchFamily="34" charset="0"/>
              </a:rPr>
              <a:t>Approach</a:t>
            </a:r>
          </a:p>
          <a:p>
            <a:endParaRPr lang="en-US" sz="1000" dirty="0">
              <a:latin typeface="PT Serif Caption" panose="02060603050505020204" pitchFamily="18" charset="77"/>
              <a:cs typeface="Calibri" panose="020F0502020204030204" pitchFamily="34" charset="0"/>
            </a:endParaRPr>
          </a:p>
          <a:p>
            <a:r>
              <a:rPr lang="en-US" b="1" dirty="0">
                <a:latin typeface="PT Serif Caption" panose="02060603050505020204" pitchFamily="18" charset="77"/>
                <a:cs typeface="Calibri" panose="020F0502020204030204" pitchFamily="34" charset="0"/>
              </a:rPr>
              <a:t>Key Metrics</a:t>
            </a:r>
          </a:p>
          <a:p>
            <a:endParaRPr lang="en-US" sz="1000" dirty="0">
              <a:latin typeface="PT Serif Caption" panose="02060603050505020204" pitchFamily="18" charset="77"/>
              <a:cs typeface="Calibri" panose="020F0502020204030204" pitchFamily="34" charset="0"/>
            </a:endParaRPr>
          </a:p>
          <a:p>
            <a:r>
              <a:rPr lang="en-US" dirty="0">
                <a:latin typeface="PT Serif Caption" panose="02060603050505020204" pitchFamily="18" charset="77"/>
              </a:rPr>
              <a:t>Insights &amp; Recommendations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A2C67976-E4B0-6FCE-4B66-0C537D0F8CA5}"/>
              </a:ext>
            </a:extLst>
          </p:cNvPr>
          <p:cNvSpPr/>
          <p:nvPr/>
        </p:nvSpPr>
        <p:spPr>
          <a:xfrm rot="5400000">
            <a:off x="1239013" y="4429699"/>
            <a:ext cx="186431" cy="204186"/>
          </a:xfrm>
          <a:prstGeom prst="triangle">
            <a:avLst/>
          </a:prstGeom>
          <a:solidFill>
            <a:srgbClr val="8F5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4D3EBA5-ECCF-3AC4-03AA-31741CBB6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AC1C35D-14F4-8703-B164-9DF1984624D4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4172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CA67F1C8-212E-EC3D-A45F-7C0A4AD88CFD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407195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FA2007-970E-C611-5CA6-DB1223024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CB5FD4A-7741-DF79-4573-7A3447B547B0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A025B2-F2E9-8463-045C-577D04A7B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7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7445DAE-FB63-FBA4-75D4-AAD9744BBF2B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8B32DD2-6707-1DCD-E0F3-B47B4B78C9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FA0AF3-4453-CC30-E2F2-97BDE157C550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714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B6865314-9E70-ECFA-64B3-C7D90B6D2CFE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558564-D060-C58D-5965-6879ABE2C209}"/>
              </a:ext>
            </a:extLst>
          </p:cNvPr>
          <p:cNvSpPr txBox="1"/>
          <p:nvPr/>
        </p:nvSpPr>
        <p:spPr>
          <a:xfrm>
            <a:off x="9008535" y="657365"/>
            <a:ext cx="162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</a:rPr>
              <a:t>Key Metrics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2973D63-841E-5B9A-47C2-1A83168DB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710049"/>
              </p:ext>
            </p:extLst>
          </p:nvPr>
        </p:nvGraphicFramePr>
        <p:xfrm>
          <a:off x="1581869" y="1727199"/>
          <a:ext cx="9028262" cy="29802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14131">
                  <a:extLst>
                    <a:ext uri="{9D8B030D-6E8A-4147-A177-3AD203B41FA5}">
                      <a16:colId xmlns:a16="http://schemas.microsoft.com/office/drawing/2014/main" val="642983758"/>
                    </a:ext>
                  </a:extLst>
                </a:gridCol>
                <a:gridCol w="4514131">
                  <a:extLst>
                    <a:ext uri="{9D8B030D-6E8A-4147-A177-3AD203B41FA5}">
                      <a16:colId xmlns:a16="http://schemas.microsoft.com/office/drawing/2014/main" val="3252588357"/>
                    </a:ext>
                  </a:extLst>
                </a:gridCol>
              </a:tblGrid>
              <a:tr h="596053"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8F5A3A"/>
                          </a:solidFill>
                          <a:latin typeface="PT Serif Caption" panose="02060603050505020204" pitchFamily="18" charset="77"/>
                        </a:rPr>
                        <a:t>Metric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dirty="0">
                          <a:solidFill>
                            <a:srgbClr val="8F5A3A"/>
                          </a:solidFill>
                          <a:latin typeface="PT Serif Caption" panose="02060603050505020204" pitchFamily="18" charset="77"/>
                        </a:rPr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284317"/>
                  </a:ext>
                </a:extLst>
              </a:tr>
              <a:tr h="596053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Total Customers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1500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8407996"/>
                  </a:ext>
                </a:extLst>
              </a:tr>
              <a:tr h="596053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Customer Churned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353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6836052"/>
                  </a:ext>
                </a:extLst>
              </a:tr>
              <a:tr h="596053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Overall Churn Rate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23.53%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39452"/>
                  </a:ext>
                </a:extLst>
              </a:tr>
              <a:tr h="596053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Revenue at Risk (Monthly)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10.94%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399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6296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0E9C51-6C13-7410-FA94-78BE219A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5DA312-6882-B741-665B-DD8DAB328848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848666E-3F29-907B-11D6-F12F735C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8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E7E0290-CE7C-922B-5380-2A62002ECFC4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5AF5FCF-E458-F798-AFD2-F7DF73A77E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0F1FF6B-CA87-55CE-C25D-8CE10CB559D3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714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D5EA1B90-5C3F-1F75-6D0B-AB5C6F1B9569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81C9B2-DD24-370A-E132-6D00F5498084}"/>
              </a:ext>
            </a:extLst>
          </p:cNvPr>
          <p:cNvSpPr txBox="1"/>
          <p:nvPr/>
        </p:nvSpPr>
        <p:spPr>
          <a:xfrm>
            <a:off x="9008535" y="657365"/>
            <a:ext cx="162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</a:rPr>
              <a:t>Key Metrics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5E1738-1AB3-764D-F6B3-33A2EE5027DF}"/>
              </a:ext>
            </a:extLst>
          </p:cNvPr>
          <p:cNvSpPr/>
          <p:nvPr/>
        </p:nvSpPr>
        <p:spPr>
          <a:xfrm>
            <a:off x="1695910" y="1208668"/>
            <a:ext cx="3570338" cy="1845733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sz="1600" dirty="0">
                <a:solidFill>
                  <a:srgbClr val="8F5A3A"/>
                </a:solidFill>
                <a:latin typeface="PT Serif Caption" panose="02060603050505020204" pitchFamily="18" charset="77"/>
              </a:rPr>
              <a:t>Highest churn: 12 to 24 months</a:t>
            </a:r>
            <a:br>
              <a:rPr lang="en-US" sz="1600" dirty="0">
                <a:solidFill>
                  <a:srgbClr val="8F5A3A"/>
                </a:solidFill>
                <a:latin typeface="PT Serif Caption" panose="02060603050505020204" pitchFamily="18" charset="77"/>
              </a:rPr>
            </a:br>
            <a:r>
              <a:rPr lang="en-US" sz="1600" dirty="0">
                <a:solidFill>
                  <a:srgbClr val="8F5A3A"/>
                </a:solidFill>
                <a:latin typeface="PT Serif Caption" panose="02060603050505020204" pitchFamily="18" charset="77"/>
              </a:rPr>
              <a:t>Churn Rate: 25.65 %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DFCA71-C404-DCC2-ADF1-4A14EC88BDB5}"/>
              </a:ext>
            </a:extLst>
          </p:cNvPr>
          <p:cNvSpPr txBox="1"/>
          <p:nvPr/>
        </p:nvSpPr>
        <p:spPr>
          <a:xfrm>
            <a:off x="4574577" y="3059668"/>
            <a:ext cx="30428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T Serif Caption" panose="02060603050505020204" pitchFamily="18" charset="77"/>
              </a:rPr>
              <a:t>Churn Patterns by Group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ECC232-A4CB-7084-0CB9-625FEF4BB55E}"/>
              </a:ext>
            </a:extLst>
          </p:cNvPr>
          <p:cNvSpPr/>
          <p:nvPr/>
        </p:nvSpPr>
        <p:spPr>
          <a:xfrm>
            <a:off x="6873653" y="1208668"/>
            <a:ext cx="3570339" cy="1845733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8F5A3A"/>
                </a:solidFill>
                <a:latin typeface="PT Serif Caption" panose="02060603050505020204" pitchFamily="18" charset="77"/>
              </a:rPr>
              <a:t>Highest churn: Free Plan</a:t>
            </a:r>
            <a:br>
              <a:rPr lang="en-US" sz="1600" dirty="0">
                <a:solidFill>
                  <a:srgbClr val="8F5A3A"/>
                </a:solidFill>
                <a:latin typeface="PT Serif Caption" panose="02060603050505020204" pitchFamily="18" charset="77"/>
              </a:rPr>
            </a:br>
            <a:r>
              <a:rPr lang="en-US" sz="1600" dirty="0">
                <a:solidFill>
                  <a:srgbClr val="8F5A3A"/>
                </a:solidFill>
                <a:latin typeface="PT Serif Caption" panose="02060603050505020204" pitchFamily="18" charset="77"/>
              </a:rPr>
              <a:t>Churn Rate: 29.43 %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8D2740-97E6-339F-B5BB-0D260772689B}"/>
              </a:ext>
            </a:extLst>
          </p:cNvPr>
          <p:cNvSpPr/>
          <p:nvPr/>
        </p:nvSpPr>
        <p:spPr>
          <a:xfrm>
            <a:off x="1695910" y="3434267"/>
            <a:ext cx="3570338" cy="1845733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8F5A3A"/>
                </a:solidFill>
                <a:latin typeface="PT Serif Caption" panose="02060603050505020204" pitchFamily="18" charset="77"/>
              </a:rPr>
              <a:t>Highest churn: US East</a:t>
            </a:r>
            <a:br>
              <a:rPr lang="en-US" sz="1600" dirty="0">
                <a:solidFill>
                  <a:srgbClr val="8F5A3A"/>
                </a:solidFill>
                <a:latin typeface="PT Serif Caption" panose="02060603050505020204" pitchFamily="18" charset="77"/>
              </a:rPr>
            </a:br>
            <a:r>
              <a:rPr lang="en-US" sz="1600" dirty="0">
                <a:solidFill>
                  <a:srgbClr val="8F5A3A"/>
                </a:solidFill>
                <a:latin typeface="PT Serif Caption" panose="02060603050505020204" pitchFamily="18" charset="77"/>
              </a:rPr>
              <a:t>Churn Rate: 27.59 %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63DC9E-7168-4657-B0EB-AF8953DB5E1D}"/>
              </a:ext>
            </a:extLst>
          </p:cNvPr>
          <p:cNvSpPr/>
          <p:nvPr/>
        </p:nvSpPr>
        <p:spPr>
          <a:xfrm>
            <a:off x="6873653" y="3457760"/>
            <a:ext cx="3570347" cy="1845733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8F5A3A"/>
                </a:solidFill>
                <a:latin typeface="PT Serif Caption" panose="02060603050505020204" pitchFamily="18" charset="77"/>
              </a:rPr>
              <a:t>Monthly Plan Churn: 24.80%</a:t>
            </a:r>
          </a:p>
          <a:p>
            <a:pPr algn="ctr"/>
            <a:r>
              <a:rPr lang="en-US" sz="1600" dirty="0">
                <a:solidFill>
                  <a:srgbClr val="8F5A3A"/>
                </a:solidFill>
                <a:latin typeface="PT Serif Caption" panose="02060603050505020204" pitchFamily="18" charset="77"/>
              </a:rPr>
              <a:t>Annual Plan Churn: 9.6%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38123A-0465-C8A7-8F34-BCAE38E33B99}"/>
              </a:ext>
            </a:extLst>
          </p:cNvPr>
          <p:cNvCxnSpPr>
            <a:cxnSpLocks/>
          </p:cNvCxnSpPr>
          <p:nvPr/>
        </p:nvCxnSpPr>
        <p:spPr>
          <a:xfrm flipV="1">
            <a:off x="1695910" y="1600200"/>
            <a:ext cx="3570338" cy="11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2123F8B-DD5A-B9E9-80AD-390C852159B4}"/>
              </a:ext>
            </a:extLst>
          </p:cNvPr>
          <p:cNvCxnSpPr>
            <a:cxnSpLocks/>
          </p:cNvCxnSpPr>
          <p:nvPr/>
        </p:nvCxnSpPr>
        <p:spPr>
          <a:xfrm flipV="1">
            <a:off x="1695910" y="3888565"/>
            <a:ext cx="3570338" cy="846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938153C-B7E7-E1BD-CF8F-4533F395CD6C}"/>
              </a:ext>
            </a:extLst>
          </p:cNvPr>
          <p:cNvSpPr txBox="1"/>
          <p:nvPr/>
        </p:nvSpPr>
        <p:spPr>
          <a:xfrm>
            <a:off x="7837555" y="3510955"/>
            <a:ext cx="164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PT Serif Caption" panose="02060603050505020204" pitchFamily="18" charset="77"/>
              </a:rPr>
              <a:t>Plan Type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92FA0E-9ED5-F4AE-90DE-EB2899108B78}"/>
              </a:ext>
            </a:extLst>
          </p:cNvPr>
          <p:cNvSpPr txBox="1"/>
          <p:nvPr/>
        </p:nvSpPr>
        <p:spPr>
          <a:xfrm>
            <a:off x="7789333" y="1223186"/>
            <a:ext cx="164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PT Serif Caption" panose="02060603050505020204" pitchFamily="18" charset="77"/>
              </a:rPr>
              <a:t>Segment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D12D77-7098-C468-5D31-4F6B79523DB5}"/>
              </a:ext>
            </a:extLst>
          </p:cNvPr>
          <p:cNvSpPr txBox="1"/>
          <p:nvPr/>
        </p:nvSpPr>
        <p:spPr>
          <a:xfrm>
            <a:off x="2659811" y="3492086"/>
            <a:ext cx="164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PT Serif Caption" panose="02060603050505020204" pitchFamily="18" charset="77"/>
              </a:rPr>
              <a:t>Region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4552A5-C29D-6262-9A46-68A972D0F332}"/>
              </a:ext>
            </a:extLst>
          </p:cNvPr>
          <p:cNvSpPr txBox="1"/>
          <p:nvPr/>
        </p:nvSpPr>
        <p:spPr>
          <a:xfrm>
            <a:off x="2659812" y="1219768"/>
            <a:ext cx="164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PT Serif Caption" panose="02060603050505020204" pitchFamily="18" charset="77"/>
              </a:rPr>
              <a:t>Tenure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4764890-A235-F512-7F8D-EADEE8535553}"/>
              </a:ext>
            </a:extLst>
          </p:cNvPr>
          <p:cNvCxnSpPr>
            <a:cxnSpLocks/>
          </p:cNvCxnSpPr>
          <p:nvPr/>
        </p:nvCxnSpPr>
        <p:spPr>
          <a:xfrm flipV="1">
            <a:off x="6873652" y="1600200"/>
            <a:ext cx="3570338" cy="11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0BE1642-5BC0-B070-12F4-CF8760646EF5}"/>
              </a:ext>
            </a:extLst>
          </p:cNvPr>
          <p:cNvCxnSpPr>
            <a:cxnSpLocks/>
          </p:cNvCxnSpPr>
          <p:nvPr/>
        </p:nvCxnSpPr>
        <p:spPr>
          <a:xfrm flipV="1">
            <a:off x="6873652" y="3897032"/>
            <a:ext cx="3570338" cy="111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289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1A6BA4-FBBB-B53F-D6AF-BB0E2A2D4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8E3A70-1837-FCF3-49B9-D6A9885C6688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1DFB702-457C-0FF5-12A5-20038D2B6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9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6689084-D5F4-B812-7E97-11ED5951F3B3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CB9355-A7A4-D4CC-1F5C-17FEA7772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3F24512-2294-3CE1-67CF-7A0EF864C00A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714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D29530F8-FDAD-48A2-994C-5480B7EF9E67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80A350-D5D8-8848-1D5B-071DA9742B49}"/>
              </a:ext>
            </a:extLst>
          </p:cNvPr>
          <p:cNvSpPr txBox="1"/>
          <p:nvPr/>
        </p:nvSpPr>
        <p:spPr>
          <a:xfrm>
            <a:off x="9008535" y="657365"/>
            <a:ext cx="1628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</a:rPr>
              <a:t>Key Metrics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FD6652-7A59-E148-BD53-EE5E720C9A1B}"/>
              </a:ext>
            </a:extLst>
          </p:cNvPr>
          <p:cNvSpPr txBox="1"/>
          <p:nvPr/>
        </p:nvSpPr>
        <p:spPr>
          <a:xfrm>
            <a:off x="618067" y="1126067"/>
            <a:ext cx="3725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Behavioral Insights: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7C3A1D-B767-6346-8246-8779D8F3314C}"/>
              </a:ext>
            </a:extLst>
          </p:cNvPr>
          <p:cNvSpPr txBox="1"/>
          <p:nvPr/>
        </p:nvSpPr>
        <p:spPr>
          <a:xfrm>
            <a:off x="618067" y="4030134"/>
            <a:ext cx="3725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Revenue Impact: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B420EF-C050-AB83-BDA8-199154185F9D}"/>
              </a:ext>
            </a:extLst>
          </p:cNvPr>
          <p:cNvSpPr/>
          <p:nvPr/>
        </p:nvSpPr>
        <p:spPr>
          <a:xfrm>
            <a:off x="618067" y="4518289"/>
            <a:ext cx="2616200" cy="990600"/>
          </a:xfrm>
          <a:prstGeom prst="rect">
            <a:avLst/>
          </a:prstGeom>
          <a:solidFill>
            <a:schemeClr val="accent6">
              <a:lumMod val="50000"/>
              <a:tint val="66000"/>
              <a:satMod val="16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PT Serif Caption" panose="02060603050505020204" pitchFamily="18" charset="77"/>
              </a:rPr>
              <a:t>Total Monthly Revenue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PT Serif Caption" panose="02060603050505020204" pitchFamily="18" charset="77"/>
              </a:rPr>
              <a:t>$109,621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C11AD5-0AA6-A17C-256B-2ED09C99759C}"/>
              </a:ext>
            </a:extLst>
          </p:cNvPr>
          <p:cNvSpPr/>
          <p:nvPr/>
        </p:nvSpPr>
        <p:spPr>
          <a:xfrm>
            <a:off x="6189133" y="4518289"/>
            <a:ext cx="2616200" cy="990600"/>
          </a:xfrm>
          <a:prstGeom prst="rect">
            <a:avLst/>
          </a:prstGeom>
          <a:solidFill>
            <a:srgbClr val="A74613">
              <a:tint val="66000"/>
              <a:satMod val="160000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PT Serif Caption" panose="02060603050505020204" pitchFamily="18" charset="77"/>
              </a:rPr>
              <a:t>Percent Revenue at Risk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PT Serif Caption" panose="02060603050505020204" pitchFamily="18" charset="77"/>
              </a:rPr>
              <a:t>10.94%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8E4B5C-96F4-CF24-B90A-5AE16B314412}"/>
              </a:ext>
            </a:extLst>
          </p:cNvPr>
          <p:cNvSpPr/>
          <p:nvPr/>
        </p:nvSpPr>
        <p:spPr>
          <a:xfrm>
            <a:off x="3403600" y="4518289"/>
            <a:ext cx="2616200" cy="990600"/>
          </a:xfrm>
          <a:prstGeom prst="rect">
            <a:avLst/>
          </a:prstGeom>
          <a:solidFill>
            <a:srgbClr val="A74613">
              <a:tint val="66000"/>
              <a:satMod val="160000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PT Serif Caption" panose="02060603050505020204" pitchFamily="18" charset="77"/>
              </a:rPr>
              <a:t>Revenue Lost Monthly (Churn)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PT Serif Caption" panose="02060603050505020204" pitchFamily="18" charset="77"/>
              </a:rPr>
              <a:t>$11,990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C81383B-5A9F-4F51-8D4D-1FF3DA62F521}"/>
              </a:ext>
            </a:extLst>
          </p:cNvPr>
          <p:cNvSpPr/>
          <p:nvPr/>
        </p:nvSpPr>
        <p:spPr>
          <a:xfrm>
            <a:off x="730743" y="1629023"/>
            <a:ext cx="5388169" cy="2267486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  <a:ln w="57150">
            <a:solidFill>
              <a:srgbClr val="8F5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A23E41F5-6BDB-F9B8-9DF2-C0006C22FB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906413"/>
              </p:ext>
            </p:extLst>
          </p:nvPr>
        </p:nvGraphicFramePr>
        <p:xfrm>
          <a:off x="745126" y="1658205"/>
          <a:ext cx="5359401" cy="22383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6467">
                  <a:extLst>
                    <a:ext uri="{9D8B030D-6E8A-4147-A177-3AD203B41FA5}">
                      <a16:colId xmlns:a16="http://schemas.microsoft.com/office/drawing/2014/main" val="3016613402"/>
                    </a:ext>
                  </a:extLst>
                </a:gridCol>
                <a:gridCol w="1786467">
                  <a:extLst>
                    <a:ext uri="{9D8B030D-6E8A-4147-A177-3AD203B41FA5}">
                      <a16:colId xmlns:a16="http://schemas.microsoft.com/office/drawing/2014/main" val="1724120470"/>
                    </a:ext>
                  </a:extLst>
                </a:gridCol>
                <a:gridCol w="1786467">
                  <a:extLst>
                    <a:ext uri="{9D8B030D-6E8A-4147-A177-3AD203B41FA5}">
                      <a16:colId xmlns:a16="http://schemas.microsoft.com/office/drawing/2014/main" val="3420504387"/>
                    </a:ext>
                  </a:extLst>
                </a:gridCol>
              </a:tblGrid>
              <a:tr h="559576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PT Serif Caption" panose="02060603050505020204" pitchFamily="18" charset="77"/>
                        </a:rPr>
                        <a:t>Metric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PT Serif Caption" panose="02060603050505020204" pitchFamily="18" charset="77"/>
                        </a:rPr>
                        <a:t>Churned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PT Serif Caption" panose="02060603050505020204" pitchFamily="18" charset="77"/>
                        </a:rPr>
                        <a:t>Retained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222292"/>
                  </a:ext>
                </a:extLst>
              </a:tr>
              <a:tr h="559576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Sessions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2.46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2.63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7638424"/>
                  </a:ext>
                </a:extLst>
              </a:tr>
              <a:tr h="559576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Transactions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14.33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14.39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960676"/>
                  </a:ext>
                </a:extLst>
              </a:tr>
              <a:tr h="559576"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Avg Revenue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33.97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PT Serif Caption" panose="02060603050505020204" pitchFamily="18" charset="77"/>
                        </a:rPr>
                        <a:t>85.12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066131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6CE95AB9-A62E-9EA4-CFFD-663A0E54917E}"/>
              </a:ext>
            </a:extLst>
          </p:cNvPr>
          <p:cNvSpPr txBox="1"/>
          <p:nvPr/>
        </p:nvSpPr>
        <p:spPr>
          <a:xfrm>
            <a:off x="7031490" y="2817297"/>
            <a:ext cx="2455334" cy="369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DADB00"/>
                </a:solidFill>
                <a:latin typeface="PT Serif Caption" panose="02060603050505020204" pitchFamily="18" charset="77"/>
              </a:rPr>
              <a:t>Almost Identical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03C379-00EE-CA69-A8CB-18638215A800}"/>
              </a:ext>
            </a:extLst>
          </p:cNvPr>
          <p:cNvSpPr txBox="1"/>
          <p:nvPr/>
        </p:nvSpPr>
        <p:spPr>
          <a:xfrm>
            <a:off x="6975714" y="2347685"/>
            <a:ext cx="3098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PT Serif Caption" panose="02060603050505020204" pitchFamily="18" charset="77"/>
              </a:rPr>
              <a:t>Retained Slightly Higher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8060C8C-CC4E-EA24-822E-114C5BFC4AF6}"/>
              </a:ext>
            </a:extLst>
          </p:cNvPr>
          <p:cNvSpPr txBox="1"/>
          <p:nvPr/>
        </p:nvSpPr>
        <p:spPr>
          <a:xfrm>
            <a:off x="7014556" y="3286688"/>
            <a:ext cx="2472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A74613"/>
                </a:solidFill>
                <a:latin typeface="PT Serif Caption" panose="02060603050505020204" pitchFamily="18" charset="77"/>
              </a:rPr>
              <a:t>Massive Difference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6C41B43-CADD-C218-C69C-FCE8346AB1A5}"/>
              </a:ext>
            </a:extLst>
          </p:cNvPr>
          <p:cNvCxnSpPr/>
          <p:nvPr/>
        </p:nvCxnSpPr>
        <p:spPr>
          <a:xfrm>
            <a:off x="6118912" y="2520704"/>
            <a:ext cx="856802" cy="0"/>
          </a:xfrm>
          <a:prstGeom prst="straightConnector1">
            <a:avLst/>
          </a:prstGeom>
          <a:ln>
            <a:solidFill>
              <a:srgbClr val="8F5A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490561C-8F9B-BE2E-FA9B-F49FB714F365}"/>
              </a:ext>
            </a:extLst>
          </p:cNvPr>
          <p:cNvCxnSpPr/>
          <p:nvPr/>
        </p:nvCxnSpPr>
        <p:spPr>
          <a:xfrm>
            <a:off x="6138333" y="3010870"/>
            <a:ext cx="856802" cy="0"/>
          </a:xfrm>
          <a:prstGeom prst="straightConnector1">
            <a:avLst/>
          </a:prstGeom>
          <a:ln>
            <a:solidFill>
              <a:srgbClr val="8F5A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9719D03-304B-FBE4-8EFF-472B1AB282FA}"/>
              </a:ext>
            </a:extLst>
          </p:cNvPr>
          <p:cNvCxnSpPr/>
          <p:nvPr/>
        </p:nvCxnSpPr>
        <p:spPr>
          <a:xfrm>
            <a:off x="6138333" y="3462125"/>
            <a:ext cx="856802" cy="0"/>
          </a:xfrm>
          <a:prstGeom prst="straightConnector1">
            <a:avLst/>
          </a:prstGeom>
          <a:ln>
            <a:solidFill>
              <a:srgbClr val="8F5A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A0A6658A-63D9-9219-763B-3C57FF7841F2}"/>
              </a:ext>
            </a:extLst>
          </p:cNvPr>
          <p:cNvSpPr/>
          <p:nvPr/>
        </p:nvSpPr>
        <p:spPr>
          <a:xfrm>
            <a:off x="8974666" y="4518289"/>
            <a:ext cx="2616200" cy="990600"/>
          </a:xfrm>
          <a:prstGeom prst="rect">
            <a:avLst/>
          </a:prstGeom>
          <a:solidFill>
            <a:srgbClr val="A74613">
              <a:tint val="66000"/>
              <a:satMod val="160000"/>
            </a:srgb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PT Serif Caption" panose="02060603050505020204" pitchFamily="18" charset="77"/>
              </a:rPr>
              <a:t>Projected Annual Loss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PT Serif Caption" panose="02060603050505020204" pitchFamily="18" charset="77"/>
              </a:rPr>
              <a:t>$11,990 * 12 = $143,880</a:t>
            </a:r>
          </a:p>
        </p:txBody>
      </p:sp>
    </p:spTree>
    <p:extLst>
      <p:ext uri="{BB962C8B-B14F-4D97-AF65-F5344CB8AC3E}">
        <p14:creationId xmlns:p14="http://schemas.microsoft.com/office/powerpoint/2010/main" val="1741524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680748-F369-2DBE-6AB2-B329EF00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91936D-2405-373B-C807-D9C3EC183E54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ECAB6F-002E-F6C5-8DE5-D9CBB717D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10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53F98A-AB91-DB3F-6B70-846C1E13A02D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3214400-4C57-B02E-7145-8328340C0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1282" y="1664602"/>
            <a:ext cx="6313953" cy="1764398"/>
          </a:xfrm>
        </p:spPr>
        <p:txBody>
          <a:bodyPr>
            <a:normAutofit fontScale="82500" lnSpcReduction="10000"/>
          </a:bodyPr>
          <a:lstStyle/>
          <a:p>
            <a:r>
              <a:rPr lang="en-US" sz="6000" b="1">
                <a:latin typeface="PT Serif Caption" panose="02060603050505020204" pitchFamily="18" charset="77"/>
              </a:rPr>
              <a:t>Insights &amp;</a:t>
            </a:r>
          </a:p>
          <a:p>
            <a:r>
              <a:rPr lang="en-US" sz="6000" b="1">
                <a:latin typeface="PT Serif Caption" panose="02060603050505020204" pitchFamily="18" charset="77"/>
              </a:rPr>
              <a:t>Recommendations</a:t>
            </a:r>
          </a:p>
          <a:p>
            <a:endParaRPr lang="en-US" sz="5400" b="1">
              <a:latin typeface="PT Serif Caption" panose="02060603050505020204" pitchFamily="18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A96593-1633-23A3-ED80-1C90AD0A2208}"/>
              </a:ext>
            </a:extLst>
          </p:cNvPr>
          <p:cNvSpPr txBox="1"/>
          <p:nvPr/>
        </p:nvSpPr>
        <p:spPr>
          <a:xfrm>
            <a:off x="1513835" y="3511527"/>
            <a:ext cx="362209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  <a:cs typeface="Calibri" panose="020F0502020204030204" pitchFamily="34" charset="0"/>
              </a:rPr>
              <a:t>Objective</a:t>
            </a:r>
          </a:p>
          <a:p>
            <a:endParaRPr lang="en-US" sz="1000" dirty="0">
              <a:latin typeface="PT Serif Caption" panose="02060603050505020204" pitchFamily="18" charset="77"/>
              <a:cs typeface="Calibri" panose="020F0502020204030204" pitchFamily="34" charset="0"/>
            </a:endParaRPr>
          </a:p>
          <a:p>
            <a:r>
              <a:rPr lang="en-US" dirty="0">
                <a:latin typeface="PT Serif Caption" panose="02060603050505020204" pitchFamily="18" charset="77"/>
                <a:cs typeface="Calibri" panose="020F0502020204030204" pitchFamily="34" charset="0"/>
              </a:rPr>
              <a:t>Approach</a:t>
            </a:r>
          </a:p>
          <a:p>
            <a:endParaRPr lang="en-US" sz="1000" dirty="0">
              <a:latin typeface="PT Serif Caption" panose="02060603050505020204" pitchFamily="18" charset="77"/>
              <a:cs typeface="Calibri" panose="020F0502020204030204" pitchFamily="34" charset="0"/>
            </a:endParaRPr>
          </a:p>
          <a:p>
            <a:r>
              <a:rPr lang="en-US" dirty="0">
                <a:latin typeface="PT Serif Caption" panose="02060603050505020204" pitchFamily="18" charset="77"/>
                <a:cs typeface="Calibri" panose="020F0502020204030204" pitchFamily="34" charset="0"/>
              </a:rPr>
              <a:t>Key Metrics</a:t>
            </a:r>
          </a:p>
          <a:p>
            <a:endParaRPr lang="en-US" sz="1000" dirty="0">
              <a:latin typeface="PT Serif Caption" panose="02060603050505020204" pitchFamily="18" charset="77"/>
              <a:cs typeface="Calibri" panose="020F0502020204030204" pitchFamily="34" charset="0"/>
            </a:endParaRPr>
          </a:p>
          <a:p>
            <a:r>
              <a:rPr lang="en-US" b="1" dirty="0">
                <a:latin typeface="PT Serif Caption" panose="02060603050505020204" pitchFamily="18" charset="77"/>
              </a:rPr>
              <a:t>Insights &amp; Recommendations</a:t>
            </a:r>
          </a:p>
        </p:txBody>
      </p:sp>
      <p:sp>
        <p:nvSpPr>
          <p:cNvPr id="15" name="Triangle 14">
            <a:extLst>
              <a:ext uri="{FF2B5EF4-FFF2-40B4-BE49-F238E27FC236}">
                <a16:creationId xmlns:a16="http://schemas.microsoft.com/office/drawing/2014/main" id="{A4A76159-6796-FD58-46ED-BCA7699F6E1E}"/>
              </a:ext>
            </a:extLst>
          </p:cNvPr>
          <p:cNvSpPr/>
          <p:nvPr/>
        </p:nvSpPr>
        <p:spPr>
          <a:xfrm rot="5400000">
            <a:off x="1248952" y="4867022"/>
            <a:ext cx="186431" cy="204186"/>
          </a:xfrm>
          <a:prstGeom prst="triangle">
            <a:avLst/>
          </a:prstGeom>
          <a:solidFill>
            <a:srgbClr val="8F5A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EC7897E-C08E-B255-6286-072903305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7C9985-3032-E07D-04A9-FFF2E75DCE9C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4172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B0B14665-AB19-6FBB-1DE8-2D3A6833D26F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825343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B6B357-D68E-EA9F-AD8D-BC405F9FB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F23A8B-26E1-06A0-7508-F36BF573FD9F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0E014F9-2037-E5A5-F026-F77CA54FA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11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2988904-14E6-9799-A0C9-ED197C7E791E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7BC1A56-9594-A2C8-CF50-EE7FEB996720}"/>
              </a:ext>
            </a:extLst>
          </p:cNvPr>
          <p:cNvSpPr txBox="1">
            <a:spLocks/>
          </p:cNvSpPr>
          <p:nvPr/>
        </p:nvSpPr>
        <p:spPr>
          <a:xfrm>
            <a:off x="6705599" y="276210"/>
            <a:ext cx="4075961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  <a:endParaRPr lang="en-US" sz="2400" b="1" dirty="0">
              <a:solidFill>
                <a:srgbClr val="8F5A3A"/>
              </a:solidFill>
              <a:latin typeface="PT Serif Caption" panose="02060603050505020204" pitchFamily="18" charset="77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F3AD1D5-E0D9-AC0C-0995-514BF12CD82D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714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CB18A93D-5D59-8BC8-EC60-374640CCBBCB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066145-9AB9-B083-7F07-7A8FA8CA15EE}"/>
              </a:ext>
            </a:extLst>
          </p:cNvPr>
          <p:cNvSpPr txBox="1"/>
          <p:nvPr/>
        </p:nvSpPr>
        <p:spPr>
          <a:xfrm>
            <a:off x="9465733" y="657365"/>
            <a:ext cx="1171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</a:rPr>
              <a:t>Insights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ADBDB1-6CAF-521D-599F-2D94E290CEA7}"/>
              </a:ext>
            </a:extLst>
          </p:cNvPr>
          <p:cNvSpPr/>
          <p:nvPr/>
        </p:nvSpPr>
        <p:spPr>
          <a:xfrm>
            <a:off x="1024466" y="1512028"/>
            <a:ext cx="4724400" cy="3750857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>
              <a:latin typeface="PT Serif Caption" panose="02060603050505020204" pitchFamily="18" charset="77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CED2D9-8FC7-F9C9-FF14-7FD6E7EA5A6B}"/>
              </a:ext>
            </a:extLst>
          </p:cNvPr>
          <p:cNvSpPr/>
          <p:nvPr/>
        </p:nvSpPr>
        <p:spPr>
          <a:xfrm>
            <a:off x="5955436" y="1512028"/>
            <a:ext cx="4724400" cy="3750857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35A730-1C9B-8AFD-FE38-552E6845DCC9}"/>
              </a:ext>
            </a:extLst>
          </p:cNvPr>
          <p:cNvSpPr txBox="1"/>
          <p:nvPr/>
        </p:nvSpPr>
        <p:spPr>
          <a:xfrm>
            <a:off x="1024466" y="1512028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T Serif Caption" panose="02060603050505020204" pitchFamily="18" charset="77"/>
              </a:rPr>
              <a:t>Customer Insights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65BB47-6C34-699E-CDFD-E19221B9B873}"/>
              </a:ext>
            </a:extLst>
          </p:cNvPr>
          <p:cNvSpPr txBox="1"/>
          <p:nvPr/>
        </p:nvSpPr>
        <p:spPr>
          <a:xfrm>
            <a:off x="5955436" y="1512028"/>
            <a:ext cx="472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T Serif Caption" panose="02060603050505020204" pitchFamily="18" charset="77"/>
              </a:rPr>
              <a:t>Revenue Insights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B638200-D2AB-E4AC-472F-400A339F3EE7}"/>
              </a:ext>
            </a:extLst>
          </p:cNvPr>
          <p:cNvCxnSpPr/>
          <p:nvPr/>
        </p:nvCxnSpPr>
        <p:spPr>
          <a:xfrm>
            <a:off x="1024466" y="2035248"/>
            <a:ext cx="472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CB88B29-3F67-6265-6EB4-D0F1D8521916}"/>
              </a:ext>
            </a:extLst>
          </p:cNvPr>
          <p:cNvCxnSpPr/>
          <p:nvPr/>
        </p:nvCxnSpPr>
        <p:spPr>
          <a:xfrm>
            <a:off x="5955436" y="2035248"/>
            <a:ext cx="472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8319E79-E636-5CC0-AE1D-BC7528EE4E1C}"/>
              </a:ext>
            </a:extLst>
          </p:cNvPr>
          <p:cNvSpPr txBox="1"/>
          <p:nvPr/>
        </p:nvSpPr>
        <p:spPr>
          <a:xfrm>
            <a:off x="1024465" y="2413337"/>
            <a:ext cx="48514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 Caption" panose="02060603050505020204" pitchFamily="18" charset="77"/>
              </a:rPr>
              <a:t>Free users churn the most.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 Caption" panose="02060603050505020204" pitchFamily="18" charset="77"/>
              </a:rPr>
              <a:t>Monthly plan churn significantly higher.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 Caption" panose="02060603050505020204" pitchFamily="18" charset="77"/>
              </a:rPr>
              <a:t>US East has elevated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 Caption" panose="02060603050505020204" pitchFamily="18" charset="77"/>
              </a:rPr>
              <a:t>12 to 24 months tenure period is highest risk.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87C8B6-C59F-1E6B-8895-FFFC55E32BAD}"/>
              </a:ext>
            </a:extLst>
          </p:cNvPr>
          <p:cNvSpPr txBox="1"/>
          <p:nvPr/>
        </p:nvSpPr>
        <p:spPr>
          <a:xfrm>
            <a:off x="5989303" y="2413337"/>
            <a:ext cx="46905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 Caption" panose="02060603050505020204" pitchFamily="18" charset="77"/>
              </a:rPr>
              <a:t>Churned customers contribute far less revenue.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 Caption" panose="02060603050505020204" pitchFamily="18" charset="77"/>
              </a:rPr>
              <a:t>Revenue risk concentrated in specific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 Caption" panose="02060603050505020204" pitchFamily="18" charset="77"/>
              </a:rPr>
              <a:t>Behavior drop-offs predict churn early.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 Caption" panose="02060603050505020204" pitchFamily="18" charset="77"/>
              </a:rPr>
              <a:t>Retention of active segments yields highest ROI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343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DDAFC-61D0-D778-0E6B-F8EE43A6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0D425B-A4C3-FFE5-0DF2-0DDE9250FA96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F87445-215B-0284-6845-45FCF45BC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12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C223A15-415E-380F-0E26-38AB2F043F92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280EA3B-9CD0-79CE-9F06-3A203267BC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77ACDC2-BF21-33A6-1EAC-38C48585787F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714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755DE92A-E721-3CD8-884B-25FEBE636172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009B03-6771-F70B-6608-11CE5550BC00}"/>
              </a:ext>
            </a:extLst>
          </p:cNvPr>
          <p:cNvSpPr txBox="1"/>
          <p:nvPr/>
        </p:nvSpPr>
        <p:spPr>
          <a:xfrm>
            <a:off x="8669873" y="657365"/>
            <a:ext cx="1967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</a:rPr>
              <a:t>30-60-90 Plan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76BA26C-F7E1-17A4-D253-BBFCC405FBCC}"/>
              </a:ext>
            </a:extLst>
          </p:cNvPr>
          <p:cNvSpPr/>
          <p:nvPr/>
        </p:nvSpPr>
        <p:spPr>
          <a:xfrm>
            <a:off x="618067" y="1591733"/>
            <a:ext cx="3268133" cy="3386667"/>
          </a:xfrm>
          <a:prstGeom prst="round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4301F66-2ED1-0014-748C-FAE15CA310A6}"/>
              </a:ext>
            </a:extLst>
          </p:cNvPr>
          <p:cNvSpPr/>
          <p:nvPr/>
        </p:nvSpPr>
        <p:spPr>
          <a:xfrm>
            <a:off x="7763933" y="1591733"/>
            <a:ext cx="3268133" cy="3386667"/>
          </a:xfrm>
          <a:prstGeom prst="round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C05A058-6D23-4500-B58C-3AE1FC49D40F}"/>
              </a:ext>
            </a:extLst>
          </p:cNvPr>
          <p:cNvSpPr/>
          <p:nvPr/>
        </p:nvSpPr>
        <p:spPr>
          <a:xfrm>
            <a:off x="4191000" y="1591733"/>
            <a:ext cx="3268133" cy="3386667"/>
          </a:xfrm>
          <a:prstGeom prst="roundRect">
            <a:avLst/>
          </a:prstGeom>
          <a:solidFill>
            <a:srgbClr val="AB7942">
              <a:tint val="66000"/>
              <a:satMod val="16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1ED277-78A7-8CDF-8B26-44D8AFC300DB}"/>
              </a:ext>
            </a:extLst>
          </p:cNvPr>
          <p:cNvSpPr txBox="1"/>
          <p:nvPr/>
        </p:nvSpPr>
        <p:spPr>
          <a:xfrm>
            <a:off x="7763933" y="2655665"/>
            <a:ext cx="3403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PT Serif Caption" panose="02060603050505020204" pitchFamily="18" charset="77"/>
              </a:rPr>
              <a:t>• Enhance churn prediction models.</a:t>
            </a:r>
          </a:p>
          <a:p>
            <a:br>
              <a:rPr lang="en-US" sz="1400" dirty="0">
                <a:latin typeface="PT Serif Caption" panose="02060603050505020204" pitchFamily="18" charset="77"/>
              </a:rPr>
            </a:br>
            <a:r>
              <a:rPr lang="en-US" sz="1400" dirty="0">
                <a:latin typeface="PT Serif Caption" panose="02060603050505020204" pitchFamily="18" charset="77"/>
              </a:rPr>
              <a:t>• Expand feature set to improve engagement in at-risk segments.</a:t>
            </a:r>
          </a:p>
          <a:p>
            <a:br>
              <a:rPr lang="en-US" sz="1400" dirty="0">
                <a:latin typeface="PT Serif Caption" panose="02060603050505020204" pitchFamily="18" charset="77"/>
              </a:rPr>
            </a:br>
            <a:r>
              <a:rPr lang="en-US" sz="1400" dirty="0">
                <a:latin typeface="PT Serif Caption" panose="02060603050505020204" pitchFamily="18" charset="77"/>
              </a:rPr>
              <a:t>• Refine pricing and packaging strategy.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2CA344-274B-BE07-5A26-FF90DD094D0F}"/>
              </a:ext>
            </a:extLst>
          </p:cNvPr>
          <p:cNvSpPr txBox="1"/>
          <p:nvPr/>
        </p:nvSpPr>
        <p:spPr>
          <a:xfrm>
            <a:off x="4191000" y="2655665"/>
            <a:ext cx="326813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PT Serif Caption" panose="02060603050505020204" pitchFamily="18" charset="77"/>
              </a:rPr>
              <a:t>• Improve value delivery for monthly users.</a:t>
            </a:r>
          </a:p>
          <a:p>
            <a:br>
              <a:rPr lang="en-US" sz="1400" dirty="0">
                <a:latin typeface="PT Serif Caption" panose="02060603050505020204" pitchFamily="18" charset="77"/>
              </a:rPr>
            </a:br>
            <a:r>
              <a:rPr lang="en-US" sz="1400" dirty="0">
                <a:latin typeface="PT Serif Caption" panose="02060603050505020204" pitchFamily="18" charset="77"/>
              </a:rPr>
              <a:t>• Introduce incentives to shift customers to annual plans.</a:t>
            </a:r>
          </a:p>
          <a:p>
            <a:br>
              <a:rPr lang="en-US" sz="1400" dirty="0">
                <a:latin typeface="PT Serif Caption" panose="02060603050505020204" pitchFamily="18" charset="77"/>
              </a:rPr>
            </a:br>
            <a:r>
              <a:rPr lang="en-US" sz="1400" dirty="0">
                <a:latin typeface="PT Serif Caption" panose="02060603050505020204" pitchFamily="18" charset="77"/>
              </a:rPr>
              <a:t>• Partner with Customer Success for proactive outreach.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F292249-B68F-5050-7B59-F1AC60D4EADE}"/>
              </a:ext>
            </a:extLst>
          </p:cNvPr>
          <p:cNvSpPr txBox="1"/>
          <p:nvPr/>
        </p:nvSpPr>
        <p:spPr>
          <a:xfrm>
            <a:off x="618067" y="2655665"/>
            <a:ext cx="326813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PT Serif Caption" panose="02060603050505020204" pitchFamily="18" charset="77"/>
              </a:rPr>
              <a:t>• Launch targeted retention campaigns for Free users.</a:t>
            </a:r>
          </a:p>
          <a:p>
            <a:br>
              <a:rPr lang="en-US" sz="1400" dirty="0">
                <a:latin typeface="PT Serif Caption" panose="02060603050505020204" pitchFamily="18" charset="77"/>
              </a:rPr>
            </a:br>
            <a:r>
              <a:rPr lang="en-US" sz="1400" dirty="0">
                <a:latin typeface="PT Serif Caption" panose="02060603050505020204" pitchFamily="18" charset="77"/>
              </a:rPr>
              <a:t>• Reduce friction in onboarding and activation.</a:t>
            </a:r>
          </a:p>
          <a:p>
            <a:br>
              <a:rPr lang="en-US" sz="1400" dirty="0">
                <a:latin typeface="PT Serif Caption" panose="02060603050505020204" pitchFamily="18" charset="77"/>
              </a:rPr>
            </a:br>
            <a:r>
              <a:rPr lang="en-US" sz="1400" dirty="0">
                <a:latin typeface="PT Serif Caption" panose="02060603050505020204" pitchFamily="18" charset="77"/>
              </a:rPr>
              <a:t>• Trigger alerts for behavioral decline.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0198C7-A398-11E2-CECD-F3D9B9C7C54D}"/>
              </a:ext>
            </a:extLst>
          </p:cNvPr>
          <p:cNvSpPr txBox="1"/>
          <p:nvPr/>
        </p:nvSpPr>
        <p:spPr>
          <a:xfrm>
            <a:off x="1435099" y="1680477"/>
            <a:ext cx="1634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T Serif Caption" panose="02060603050505020204" pitchFamily="18" charset="77"/>
              </a:rPr>
              <a:t>30 Day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FCF790-F054-2056-B17F-18A47AFF1373}"/>
              </a:ext>
            </a:extLst>
          </p:cNvPr>
          <p:cNvSpPr txBox="1"/>
          <p:nvPr/>
        </p:nvSpPr>
        <p:spPr>
          <a:xfrm>
            <a:off x="5008032" y="1680477"/>
            <a:ext cx="1634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T Serif Caption" panose="02060603050505020204" pitchFamily="18" charset="77"/>
              </a:rPr>
              <a:t>60 Day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3F03DF-703F-3A9E-F16A-8BE04CD5C819}"/>
              </a:ext>
            </a:extLst>
          </p:cNvPr>
          <p:cNvSpPr txBox="1"/>
          <p:nvPr/>
        </p:nvSpPr>
        <p:spPr>
          <a:xfrm>
            <a:off x="8580965" y="1680477"/>
            <a:ext cx="16340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PT Serif Caption" panose="02060603050505020204" pitchFamily="18" charset="77"/>
              </a:rPr>
              <a:t>90 Day</a:t>
            </a:r>
          </a:p>
        </p:txBody>
      </p:sp>
    </p:spTree>
    <p:extLst>
      <p:ext uri="{BB962C8B-B14F-4D97-AF65-F5344CB8AC3E}">
        <p14:creationId xmlns:p14="http://schemas.microsoft.com/office/powerpoint/2010/main" val="1376411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5D61D-C958-111F-9CA8-8B244937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0B19E2-2505-CEAB-B4D8-0069DB7CE6DD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5FADA2-3854-B9DC-382C-4BEB0DFF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13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5A005D1-F7EE-626F-F73A-230A8C5D698F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FEB372-8FA1-0595-E9D8-347EE49B7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8F1A34-250F-B961-6E45-BE74E9A163F5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714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EBBCB988-9B18-1FCD-FEF0-FC459258D11B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8B3B01-7842-5920-8831-DDDE3AED3958}"/>
              </a:ext>
            </a:extLst>
          </p:cNvPr>
          <p:cNvSpPr txBox="1"/>
          <p:nvPr/>
        </p:nvSpPr>
        <p:spPr>
          <a:xfrm>
            <a:off x="7518402" y="657365"/>
            <a:ext cx="31190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</a:rPr>
              <a:t>Ownership &amp; Next Steps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F2E8DD-83F6-5022-A6B7-41929C4CC460}"/>
              </a:ext>
            </a:extLst>
          </p:cNvPr>
          <p:cNvSpPr/>
          <p:nvPr/>
        </p:nvSpPr>
        <p:spPr>
          <a:xfrm>
            <a:off x="1524002" y="1413933"/>
            <a:ext cx="9155834" cy="4131734"/>
          </a:xfrm>
          <a:prstGeom prst="rect">
            <a:avLst/>
          </a:prstGeom>
          <a:solidFill>
            <a:srgbClr val="AB7942">
              <a:tint val="66000"/>
              <a:satMod val="160000"/>
            </a:srgbClr>
          </a:solidFill>
          <a:ln w="38100">
            <a:solidFill>
              <a:srgbClr val="8F5A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01161B-D472-65B8-6477-36C035306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3558529"/>
              </p:ext>
            </p:extLst>
          </p:nvPr>
        </p:nvGraphicFramePr>
        <p:xfrm>
          <a:off x="1524002" y="1407851"/>
          <a:ext cx="9167646" cy="41378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55882">
                  <a:extLst>
                    <a:ext uri="{9D8B030D-6E8A-4147-A177-3AD203B41FA5}">
                      <a16:colId xmlns:a16="http://schemas.microsoft.com/office/drawing/2014/main" val="966074664"/>
                    </a:ext>
                  </a:extLst>
                </a:gridCol>
                <a:gridCol w="3055882">
                  <a:extLst>
                    <a:ext uri="{9D8B030D-6E8A-4147-A177-3AD203B41FA5}">
                      <a16:colId xmlns:a16="http://schemas.microsoft.com/office/drawing/2014/main" val="3151463514"/>
                    </a:ext>
                  </a:extLst>
                </a:gridCol>
                <a:gridCol w="3055882">
                  <a:extLst>
                    <a:ext uri="{9D8B030D-6E8A-4147-A177-3AD203B41FA5}">
                      <a16:colId xmlns:a16="http://schemas.microsoft.com/office/drawing/2014/main" val="1649316566"/>
                    </a:ext>
                  </a:extLst>
                </a:gridCol>
              </a:tblGrid>
              <a:tr h="689636"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latin typeface="PT Serif Caption" panose="02060603050505020204" pitchFamily="18" charset="77"/>
                        </a:rPr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latin typeface="PT Serif Caption" panose="02060603050505020204" pitchFamily="18" charset="77"/>
                        </a:rPr>
                        <a:t>Responsibility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i="0" dirty="0">
                          <a:latin typeface="PT Serif Caption" panose="02060603050505020204" pitchFamily="18" charset="77"/>
                        </a:rPr>
                        <a:t>Outcome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625173"/>
                  </a:ext>
                </a:extLst>
              </a:tr>
              <a:tr h="689636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Analytics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Maintain churn metrics, identify patterns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Clear insights for decision making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195063"/>
                  </a:ext>
                </a:extLst>
              </a:tr>
              <a:tr h="689636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Product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Improve onboarding, engagement, plan design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Higher retention and value delivery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0568846"/>
                  </a:ext>
                </a:extLst>
              </a:tr>
              <a:tr h="689636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Marketing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Segment messaging, run retention campaigns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Reduce churn in risky cohorts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875147"/>
                  </a:ext>
                </a:extLst>
              </a:tr>
              <a:tr h="689636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Customer Success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Contact high-risk users early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Lower preventable churn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26400"/>
                  </a:ext>
                </a:extLst>
              </a:tr>
              <a:tr h="689636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Leadership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Resource allocation, Prioritization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PT Serif Caption" panose="02060603050505020204" pitchFamily="18" charset="77"/>
                        </a:rPr>
                        <a:t>Alignment across teams</a:t>
                      </a:r>
                    </a:p>
                  </a:txBody>
                  <a:tcPr>
                    <a:lnL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F5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6996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6573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9EBA5F-AC31-FA99-ACAC-7817C3DD7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506A6BC-AA94-680C-CECA-FC2640D6B9C6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7F0719F-1AD0-C7C5-6289-1D4E3455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14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8246EC7-5061-2971-24C2-24994B00DA59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BE7DCDE-6CF3-BEC6-1856-B5A2367854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EF6D92D-B913-AECB-2D12-DD1392C9F04C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71439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A2BD32A3-A5F1-A507-C505-75E852A79555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B322EF-57B5-78DC-7486-9A672466273A}"/>
              </a:ext>
            </a:extLst>
          </p:cNvPr>
          <p:cNvSpPr txBox="1"/>
          <p:nvPr/>
        </p:nvSpPr>
        <p:spPr>
          <a:xfrm>
            <a:off x="8737605" y="657365"/>
            <a:ext cx="1899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T Serif Caption" panose="02060603050505020204" pitchFamily="18" charset="77"/>
              </a:rPr>
              <a:t>Executive Ask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D5C713-9974-B8B8-6DEE-F6A31199BA86}"/>
              </a:ext>
            </a:extLst>
          </p:cNvPr>
          <p:cNvSpPr txBox="1"/>
          <p:nvPr/>
        </p:nvSpPr>
        <p:spPr>
          <a:xfrm>
            <a:off x="972470" y="1586963"/>
            <a:ext cx="720632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We request approval for:</a:t>
            </a:r>
          </a:p>
          <a:p>
            <a:endParaRPr lang="en-US" sz="2000" b="1" dirty="0">
              <a:solidFill>
                <a:srgbClr val="8F5A3A"/>
              </a:solidFill>
              <a:latin typeface="PT Serif Caption" panose="020606030505050202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 Caption" panose="02060603050505020204" pitchFamily="18" charset="77"/>
              </a:rPr>
              <a:t>Launching targeted retention campaigns immediately.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T Serif Caption" panose="020606030505050202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 Caption" panose="02060603050505020204" pitchFamily="18" charset="77"/>
              </a:rPr>
              <a:t>Prioritizing onboarding and monthly plan improvements.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PT Serif Caption" panose="02060603050505020204" pitchFamily="18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PT Serif Caption" panose="02060603050505020204" pitchFamily="18" charset="77"/>
              </a:rPr>
              <a:t>Allocating resources to develop a churn prediction system.</a:t>
            </a:r>
          </a:p>
        </p:txBody>
      </p:sp>
    </p:spTree>
    <p:extLst>
      <p:ext uri="{BB962C8B-B14F-4D97-AF65-F5344CB8AC3E}">
        <p14:creationId xmlns:p14="http://schemas.microsoft.com/office/powerpoint/2010/main" val="3902150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E47C2-D9CA-C47B-783C-A2F0EDFB7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220D71-0BD3-8706-7EDE-6495521D76C9}"/>
              </a:ext>
            </a:extLst>
          </p:cNvPr>
          <p:cNvSpPr/>
          <p:nvPr/>
        </p:nvSpPr>
        <p:spPr>
          <a:xfrm>
            <a:off x="-62142" y="6081451"/>
            <a:ext cx="12254142" cy="795867"/>
          </a:xfrm>
          <a:prstGeom prst="rect">
            <a:avLst/>
          </a:prstGeom>
          <a:solidFill>
            <a:srgbClr val="8F5A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DE70E2-BC7B-C038-094D-452CABD24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0EFCC-1059-DB4C-ACF8-9275869D03E5}" type="slidenum">
              <a:rPr lang="en-US" smtClean="0">
                <a:solidFill>
                  <a:srgbClr val="F5F0E7"/>
                </a:solidFill>
              </a:rPr>
              <a:t>15</a:t>
            </a:fld>
            <a:endParaRPr lang="en-US">
              <a:solidFill>
                <a:srgbClr val="F5F0E7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398BCF7-7F1D-CD23-8465-91E5BDFD3046}"/>
              </a:ext>
            </a:extLst>
          </p:cNvPr>
          <p:cNvSpPr txBox="1">
            <a:spLocks/>
          </p:cNvSpPr>
          <p:nvPr/>
        </p:nvSpPr>
        <p:spPr>
          <a:xfrm>
            <a:off x="73979" y="6277503"/>
            <a:ext cx="3961308" cy="36512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>
                <a:solidFill>
                  <a:srgbClr val="F5F0E7"/>
                </a:solidFill>
                <a:latin typeface="PT Serif Caption" panose="02060603050505020204" pitchFamily="18" charset="77"/>
                <a:cs typeface="Apple Chancery" panose="03020702040506060504" pitchFamily="66" charset="-79"/>
              </a:rPr>
              <a:t>Applied Business Strategy Challenge – Day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720D94-79F5-5EC9-37C5-F01C073E20EE}"/>
              </a:ext>
            </a:extLst>
          </p:cNvPr>
          <p:cNvSpPr txBox="1"/>
          <p:nvPr/>
        </p:nvSpPr>
        <p:spPr>
          <a:xfrm>
            <a:off x="3785027" y="2505670"/>
            <a:ext cx="45598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5400" dirty="0">
                <a:latin typeface="PT Serif Caption" panose="02060603050505020204" pitchFamily="18" charset="77"/>
              </a:rPr>
              <a:t>Thank You!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7AC5902-CF8D-0B3F-9551-5BB597A4FF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599" y="276210"/>
            <a:ext cx="4075961" cy="417252"/>
          </a:xfrm>
        </p:spPr>
        <p:txBody>
          <a:bodyPr>
            <a:normAutofit fontScale="90000"/>
          </a:bodyPr>
          <a:lstStyle/>
          <a:p>
            <a:r>
              <a:rPr lang="en-US" sz="2400" b="1" dirty="0">
                <a:solidFill>
                  <a:srgbClr val="8F5A3A"/>
                </a:solidFill>
                <a:latin typeface="PT Serif Caption" panose="02060603050505020204" pitchFamily="18" charset="77"/>
              </a:rPr>
              <a:t>Customer Churn Impact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D4E9A0-B344-5726-5174-28237C0CE1C7}"/>
              </a:ext>
            </a:extLst>
          </p:cNvPr>
          <p:cNvCxnSpPr>
            <a:cxnSpLocks/>
          </p:cNvCxnSpPr>
          <p:nvPr/>
        </p:nvCxnSpPr>
        <p:spPr>
          <a:xfrm>
            <a:off x="10679836" y="276210"/>
            <a:ext cx="0" cy="4172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744E8FA4-125D-CE52-B18E-AECAE185F392}"/>
              </a:ext>
            </a:extLst>
          </p:cNvPr>
          <p:cNvSpPr txBox="1">
            <a:spLocks/>
          </p:cNvSpPr>
          <p:nvPr/>
        </p:nvSpPr>
        <p:spPr>
          <a:xfrm>
            <a:off x="10781561" y="276210"/>
            <a:ext cx="844118" cy="41725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00" b="1">
                <a:latin typeface="PT Serif Caption" panose="02060603050505020204" pitchFamily="18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4169210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728</Words>
  <Application>Microsoft Macintosh PowerPoint</Application>
  <PresentationFormat>Widescreen</PresentationFormat>
  <Paragraphs>224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PT Serif Caption</vt:lpstr>
      <vt:lpstr>Office Theme</vt:lpstr>
      <vt:lpstr>Customer Churn  Impact</vt:lpstr>
      <vt:lpstr>Customer Churn Impact</vt:lpstr>
      <vt:lpstr>Customer Churn Impact</vt:lpstr>
      <vt:lpstr>Customer Churn Impact</vt:lpstr>
      <vt:lpstr>Customer Churn Impact</vt:lpstr>
      <vt:lpstr>Customer Churn Impact</vt:lpstr>
      <vt:lpstr>Customer Churn Impact</vt:lpstr>
      <vt:lpstr>Customer Churn Impact</vt:lpstr>
      <vt:lpstr>Customer Churn Impact</vt:lpstr>
      <vt:lpstr>Customer Churn Impact</vt:lpstr>
      <vt:lpstr>PowerPoint Presentation</vt:lpstr>
      <vt:lpstr>Customer Churn Impact</vt:lpstr>
      <vt:lpstr>Customer Churn Impact</vt:lpstr>
      <vt:lpstr>Customer Churn Impact</vt:lpstr>
      <vt:lpstr>Customer Churn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Vashisht, Eva</dc:creator>
  <cp:lastModifiedBy>Vashisht, Eva</cp:lastModifiedBy>
  <cp:revision>2</cp:revision>
  <dcterms:created xsi:type="dcterms:W3CDTF">2025-11-26T05:41:24Z</dcterms:created>
  <dcterms:modified xsi:type="dcterms:W3CDTF">2025-12-01T22:15:03Z</dcterms:modified>
</cp:coreProperties>
</file>